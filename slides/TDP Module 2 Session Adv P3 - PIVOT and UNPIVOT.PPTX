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diagrams/colors1.xml" ContentType="application/vnd.openxmlformats-officedocument.drawingml.diagramColors+xml"/>
  <Override PartName="/ppt/tags/tag6.xml" ContentType="application/vnd.openxmlformats-officedocument.presentationml.tags+xml"/>
  <Override PartName="/ppt/tags/tag8.xml" ContentType="application/vnd.openxmlformats-officedocument.presentationml.tags+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tags/tag2.xml" ContentType="application/vnd.openxmlformats-officedocument.presentationml.tags+xml"/>
  <Default Extension="wmf" ContentType="image/x-wmf"/>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tableStyles.xml" ContentType="application/vnd.openxmlformats-officedocument.presentationml.tableStyles+xml"/>
  <Override PartName="/ppt/slideLayouts/slideLayout11.xml" ContentType="application/vnd.openxmlformats-officedocument.presentationml.slideLayout+xml"/>
  <Override PartName="/ppt/tags/tag16.xml" ContentType="application/vnd.openxmlformats-officedocument.presentationml.tags+xml"/>
  <Override PartName="/docProps/custom.xml" ContentType="application/vnd.openxmlformats-officedocument.custom-properties+xml"/>
  <Override PartName="/ppt/commentAuthors.xml" ContentType="application/vnd.openxmlformats-officedocument.presentationml.commentAuthors+xml"/>
  <Override PartName="/ppt/slideLayouts/slideLayout10.xml" ContentType="application/vnd.openxmlformats-officedocument.presentationml.slideLayout+xml"/>
  <Override PartName="/ppt/comments/comment1.xml" ContentType="application/vnd.openxmlformats-officedocument.presentationml.comments+xml"/>
  <Override PartName="/ppt/comments/comment2.xml" ContentType="application/vnd.openxmlformats-officedocument.presentationml.comments+xml"/>
  <Default Extension="vml" ContentType="application/vnd.openxmlformats-officedocument.vmlDrawing"/>
  <Override PartName="/ppt/tags/tag14.xml" ContentType="application/vnd.openxmlformats-officedocument.presentationml.tags+xml"/>
  <Override PartName="/ppt/tags/tag15.xml" ContentType="application/vnd.openxmlformats-officedocument.presentationml.tags+xml"/>
  <Override PartName="/ppt/diagrams/layout1.xml" ContentType="application/vnd.openxmlformats-officedocument.drawingml.diagramLayout+xml"/>
  <Override PartName="/ppt/tags/tag12.xml" ContentType="application/vnd.openxmlformats-officedocument.presentationml.tags+xml"/>
  <Override PartName="/ppt/tags/tag13.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ppt/notesSlides/notesSlide4.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tags/tag7.xml" ContentType="application/vnd.openxmlformats-officedocument.presentationml.tags+xml"/>
  <Default Extension="bin" ContentType="application/vnd.openxmlformats-officedocument.oleObject"/>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diagrams/drawing1.xml" ContentType="application/vnd.ms-office.drawingml.diagramDrawing+xml"/>
  <Override PartName="/ppt/slides/slide1.xml" ContentType="application/vnd.openxmlformats-officedocument.presentationml.slide+xml"/>
  <Override PartName="/ppt/slideLayouts/slideLayout3.xml" ContentType="application/vnd.openxmlformats-officedocument.presentationml.slideLayout+xml"/>
  <Default Extension="jpeg" ContentType="image/jpeg"/>
  <Override PartName="/ppt/tags/tag3.xml" ContentType="application/vnd.openxmlformats-officedocument.presentationml.tags+xml"/>
  <Override PartName="/ppt/diagrams/quickStyle1.xml" ContentType="application/vnd.openxmlformats-officedocument.drawingml.diagramStyle+xml"/>
  <Override PartName="/ppt/presentation.xml" ContentType="application/vnd.openxmlformats-officedocument.presentationml.presentation.main+xml"/>
  <Override PartName="/ppt/slideLayouts/slideLayout1.xml" ContentType="application/vnd.openxmlformats-officedocument.presentationml.slideLayout+xml"/>
  <Override PartName="/ppt/tags/tag1.xml" ContentType="application/vnd.openxmlformats-officedocument.presentationml.tags+xml"/>
  <Override PartName="/docProps/app.xml" ContentType="application/vnd.openxmlformats-officedocument.extended-properties+xml"/>
  <Override PartName="/ppt/slideLayouts/slideLayout12.xml" ContentType="application/vnd.openxmlformats-officedocument.presentationml.slideLayout+xml"/>
  <Override PartName="/ppt/comments/comment3.xml" ContentType="application/vnd.openxmlformats-officedocument.presentationml.comment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2"/>
  </p:sldMasterIdLst>
  <p:notesMasterIdLst>
    <p:notesMasterId r:id="rId12"/>
  </p:notesMasterIdLst>
  <p:handoutMasterIdLst>
    <p:handoutMasterId r:id="rId13"/>
  </p:handoutMasterIdLst>
  <p:sldIdLst>
    <p:sldId id="259" r:id="rId3"/>
    <p:sldId id="262" r:id="rId4"/>
    <p:sldId id="287" r:id="rId5"/>
    <p:sldId id="296" r:id="rId6"/>
    <p:sldId id="295" r:id="rId7"/>
    <p:sldId id="292" r:id="rId8"/>
    <p:sldId id="275" r:id="rId9"/>
    <p:sldId id="297" r:id="rId10"/>
    <p:sldId id="278"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xmlns="">
        <p14:section name="Default Section" id="{779CC93D-E52E-4D84-901B-11D7331DD495}">
          <p14:sldIdLst>
            <p14:sldId id="259"/>
            <p14:sldId id="262"/>
            <p14:sldId id="287"/>
            <p14:sldId id="295"/>
            <p14:sldId id="296"/>
            <p14:sldId id="292"/>
            <p14:sldId id="275"/>
          </p14:sldIdLst>
        </p14:section>
        <p14:section name="Appendix" id="{3F78B471-41DA-46F2-A8E4-97E471896AB3}">
          <p14:sldIdLst>
            <p14:sldId id="278"/>
          </p14:sldIdLst>
        </p14:section>
      </p14:sectionLst>
    </p:ex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14"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0"/>
      </p:ext>
    </p:extLst>
  </p:showPr>
  <p:clrMru>
    <a:srgbClr val="009ED6"/>
    <a:srgbClr val="003300"/>
  </p:clrMru>
  <p:extLst>
    <p:ext uri="{E76CE94A-603C-4142-B9EB-6D1370010A27}">
      <p14:discardImageEditData xmlns:p14="http://schemas.microsoft.com/office/powerpoint/2010/main" xmlns="" val="1"/>
    </p:ext>
    <p:ext uri="{D31A062A-798A-4329-ABDD-BBA856620510}">
      <p14:defaultImageDpi xmlns:p14="http://schemas.microsoft.com/office/powerpoint/2010/main" xmlns="" val="96"/>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987" autoAdjust="0"/>
    <p:restoredTop sz="83977" autoAdjust="0"/>
  </p:normalViewPr>
  <p:slideViewPr>
    <p:cSldViewPr>
      <p:cViewPr varScale="1">
        <p:scale>
          <a:sx n="73" d="100"/>
          <a:sy n="73" d="100"/>
        </p:scale>
        <p:origin x="-1248" y="-102"/>
      </p:cViewPr>
      <p:guideLst>
        <p:guide orient="horz" pos="2160"/>
        <p:guide pos="2880"/>
      </p:guideLst>
    </p:cSldViewPr>
  </p:slideViewPr>
  <p:notesTextViewPr>
    <p:cViewPr>
      <p:scale>
        <a:sx n="100" d="100"/>
        <a:sy n="100" d="100"/>
      </p:scale>
      <p:origin x="0" y="0"/>
    </p:cViewPr>
  </p:notesTextViewPr>
  <p:sorterViewPr>
    <p:cViewPr>
      <p:scale>
        <a:sx n="154" d="100"/>
        <a:sy n="154" d="100"/>
      </p:scale>
      <p:origin x="0" y="0"/>
    </p:cViewPr>
  </p:sorterViewPr>
  <p:notesViewPr>
    <p:cSldViewPr>
      <p:cViewPr varScale="1">
        <p:scale>
          <a:sx n="83" d="100"/>
          <a:sy n="83" d="100"/>
        </p:scale>
        <p:origin x="-3144" y="-96"/>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Master" Target="slideMasters/slideMaster1.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14-10-28T12:31:34.292" idx="10">
    <p:pos x="10" y="10"/>
    <p:text>Hello, and welcome to the CCS Talent Development Program. Today we will be covering Module 1 , Session 1, gathering business requirements.</p:text>
    <p:extLst>
      <p:ext uri="{C676402C-5697-4E1C-873F-D02D1690AC5C}">
        <p15:threadingInfo xmlns:p15="http://schemas.microsoft.com/office/powerpoint/2012/main" xmlns="" timeZoneBias="42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2" dt="2014-10-28T16:00:47.276" idx="14">
    <p:pos x="10" y="10"/>
    <p:text>You can now professionaly describe (insert topic here) and perform (technical here)</p:text>
    <p:extLst>
      <p:ext uri="{C676402C-5697-4E1C-873F-D02D1690AC5C}">
        <p15:threadingInfo xmlns:p15="http://schemas.microsoft.com/office/powerpoint/2012/main" xmlns="" timeZoneBias="42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2" dt="2014-10-28T16:00:47.276" idx="14">
    <p:pos x="10" y="10"/>
    <p:text>You can now professionaly describe (insert topic here) and perform (technical here)</p:text>
    <p:extLst>
      <p:ext uri="{C676402C-5697-4E1C-873F-D02D1690AC5C}">
        <p15:threadingInfo xmlns:p15="http://schemas.microsoft.com/office/powerpoint/2012/main" xmlns="" timeZoneBias="420"/>
      </p:ext>
    </p:extLst>
  </p:cm>
</p:cmLst>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6FEADD9-F67D-41F5-BA4C-3C84956E7F46}" type="doc">
      <dgm:prSet loTypeId="urn:microsoft.com/office/officeart/2005/8/layout/vList5" loCatId="list" qsTypeId="urn:microsoft.com/office/officeart/2005/8/quickstyle/simple5" qsCatId="simple" csTypeId="urn:microsoft.com/office/officeart/2005/8/colors/colorful3" csCatId="colorful" phldr="1"/>
      <dgm:spPr/>
      <dgm:t>
        <a:bodyPr/>
        <a:lstStyle/>
        <a:p>
          <a:endParaRPr lang="en-US"/>
        </a:p>
      </dgm:t>
    </dgm:pt>
    <dgm:pt modelId="{74EE5CD8-078F-4590-BF9C-A341A294A016}">
      <dgm:prSet phldrT="[Text]" custT="1"/>
      <dgm:spPr/>
      <dgm:t>
        <a:bodyPr/>
        <a:lstStyle/>
        <a:p>
          <a:r>
            <a:rPr lang="en-US" sz="4400" dirty="0" smtClean="0"/>
            <a:t>1</a:t>
          </a:r>
          <a:endParaRPr lang="en-US" sz="4400" dirty="0"/>
        </a:p>
      </dgm:t>
    </dgm:pt>
    <dgm:pt modelId="{BB568D76-3363-43D3-B00C-3359A643216C}" type="parTrans" cxnId="{F40F9561-0D4C-44CF-91EF-A92B1DBDE44B}">
      <dgm:prSet/>
      <dgm:spPr/>
      <dgm:t>
        <a:bodyPr/>
        <a:lstStyle/>
        <a:p>
          <a:endParaRPr lang="en-US" sz="3200"/>
        </a:p>
      </dgm:t>
    </dgm:pt>
    <dgm:pt modelId="{CF9FB981-E6ED-4440-AC98-4E4E2ABA2C55}" type="sibTrans" cxnId="{F40F9561-0D4C-44CF-91EF-A92B1DBDE44B}">
      <dgm:prSet/>
      <dgm:spPr/>
      <dgm:t>
        <a:bodyPr/>
        <a:lstStyle/>
        <a:p>
          <a:endParaRPr lang="en-US" sz="3200"/>
        </a:p>
      </dgm:t>
    </dgm:pt>
    <dgm:pt modelId="{AA046201-5C4D-445E-BF0B-5C6D2B0A1945}">
      <dgm:prSet phldrT="[Text]" custT="1"/>
      <dgm:spPr/>
      <dgm:t>
        <a:bodyPr/>
        <a:lstStyle/>
        <a:p>
          <a:r>
            <a:rPr lang="en-US" sz="4400" dirty="0" smtClean="0"/>
            <a:t>2</a:t>
          </a:r>
          <a:endParaRPr lang="en-US" sz="4400" dirty="0"/>
        </a:p>
      </dgm:t>
    </dgm:pt>
    <dgm:pt modelId="{FE92FC33-5E0F-4302-9E80-A69E8ACDDE56}" type="parTrans" cxnId="{B8AF1086-D7BE-446F-9133-738B599E9A7D}">
      <dgm:prSet/>
      <dgm:spPr/>
      <dgm:t>
        <a:bodyPr/>
        <a:lstStyle/>
        <a:p>
          <a:endParaRPr lang="en-US" sz="3200"/>
        </a:p>
      </dgm:t>
    </dgm:pt>
    <dgm:pt modelId="{40767EFF-7D52-4469-ACEE-7D28E67337E2}" type="sibTrans" cxnId="{B8AF1086-D7BE-446F-9133-738B599E9A7D}">
      <dgm:prSet/>
      <dgm:spPr/>
      <dgm:t>
        <a:bodyPr/>
        <a:lstStyle/>
        <a:p>
          <a:endParaRPr lang="en-US" sz="3200"/>
        </a:p>
      </dgm:t>
    </dgm:pt>
    <dgm:pt modelId="{C59269D0-92A5-481C-BA64-727AFB0DD545}">
      <dgm:prSet phldrT="[Text]" custT="1"/>
      <dgm:spPr/>
      <dgm:t>
        <a:bodyPr/>
        <a:lstStyle/>
        <a:p>
          <a:r>
            <a:rPr lang="en-US" sz="3200" dirty="0" smtClean="0">
              <a:effectLst>
                <a:outerShdw blurRad="38100" dist="38100" dir="2700000" algn="tl">
                  <a:srgbClr val="000000">
                    <a:alpha val="43137"/>
                  </a:srgbClr>
                </a:outerShdw>
              </a:effectLst>
            </a:rPr>
            <a:t>Other ways to achieve</a:t>
          </a:r>
          <a:endParaRPr lang="en-US" sz="3200" dirty="0">
            <a:effectLst>
              <a:outerShdw blurRad="38100" dist="38100" dir="2700000" algn="tl">
                <a:srgbClr val="000000">
                  <a:alpha val="43137"/>
                </a:srgbClr>
              </a:outerShdw>
            </a:effectLst>
          </a:endParaRPr>
        </a:p>
      </dgm:t>
    </dgm:pt>
    <dgm:pt modelId="{312CC84D-092F-422A-AA24-A4619DBBB7BE}" type="parTrans" cxnId="{9071FB3B-D26B-4384-BD1A-80C12C62D02C}">
      <dgm:prSet/>
      <dgm:spPr/>
      <dgm:t>
        <a:bodyPr/>
        <a:lstStyle/>
        <a:p>
          <a:endParaRPr lang="en-US" sz="3200"/>
        </a:p>
      </dgm:t>
    </dgm:pt>
    <dgm:pt modelId="{266DE8E8-1339-41C4-B9A7-6148496C7FA9}" type="sibTrans" cxnId="{9071FB3B-D26B-4384-BD1A-80C12C62D02C}">
      <dgm:prSet/>
      <dgm:spPr/>
      <dgm:t>
        <a:bodyPr/>
        <a:lstStyle/>
        <a:p>
          <a:endParaRPr lang="en-US" sz="3200"/>
        </a:p>
      </dgm:t>
    </dgm:pt>
    <dgm:pt modelId="{D1776C8F-2B10-4075-8DF7-7F65AB725ED5}">
      <dgm:prSet phldrT="[Text]" custT="1"/>
      <dgm:spPr/>
      <dgm:t>
        <a:bodyPr/>
        <a:lstStyle/>
        <a:p>
          <a:r>
            <a:rPr lang="en-US" sz="4400" dirty="0" smtClean="0"/>
            <a:t>3</a:t>
          </a:r>
          <a:endParaRPr lang="en-US" sz="4400" dirty="0"/>
        </a:p>
      </dgm:t>
    </dgm:pt>
    <dgm:pt modelId="{7291E740-3E17-41B3-99D3-1D67AE37CC3F}" type="parTrans" cxnId="{7077B78D-FCDC-4519-8416-DC357ACD5043}">
      <dgm:prSet/>
      <dgm:spPr/>
      <dgm:t>
        <a:bodyPr/>
        <a:lstStyle/>
        <a:p>
          <a:endParaRPr lang="en-US" sz="3200"/>
        </a:p>
      </dgm:t>
    </dgm:pt>
    <dgm:pt modelId="{88B75C29-8054-417D-BCE3-878A55118F6D}" type="sibTrans" cxnId="{7077B78D-FCDC-4519-8416-DC357ACD5043}">
      <dgm:prSet/>
      <dgm:spPr/>
      <dgm:t>
        <a:bodyPr/>
        <a:lstStyle/>
        <a:p>
          <a:endParaRPr lang="en-US" sz="3200"/>
        </a:p>
      </dgm:t>
    </dgm:pt>
    <dgm:pt modelId="{6BE4E373-0656-4EDC-821E-BE09C952B1F6}">
      <dgm:prSet phldrT="[Text]" custT="1"/>
      <dgm:spPr/>
      <dgm:t>
        <a:bodyPr/>
        <a:lstStyle/>
        <a:p>
          <a:r>
            <a:rPr lang="en-US" sz="3200" dirty="0" smtClean="0">
              <a:effectLst>
                <a:outerShdw blurRad="38100" dist="38100" dir="2700000" algn="tl">
                  <a:srgbClr val="000000">
                    <a:alpha val="43137"/>
                  </a:srgbClr>
                </a:outerShdw>
              </a:effectLst>
            </a:rPr>
            <a:t>Scenarios</a:t>
          </a:r>
          <a:endParaRPr lang="en-US" sz="3200" dirty="0">
            <a:effectLst>
              <a:outerShdw blurRad="38100" dist="38100" dir="2700000" algn="tl">
                <a:srgbClr val="000000">
                  <a:alpha val="43137"/>
                </a:srgbClr>
              </a:outerShdw>
            </a:effectLst>
          </a:endParaRPr>
        </a:p>
      </dgm:t>
    </dgm:pt>
    <dgm:pt modelId="{34218063-BF94-4304-99BD-B3F7BA4D3C8F}" type="parTrans" cxnId="{119690D4-400B-468B-8BA0-5C9C9E2AFEAF}">
      <dgm:prSet/>
      <dgm:spPr/>
      <dgm:t>
        <a:bodyPr/>
        <a:lstStyle/>
        <a:p>
          <a:endParaRPr lang="en-US" sz="3200"/>
        </a:p>
      </dgm:t>
    </dgm:pt>
    <dgm:pt modelId="{E17B9BF1-2948-497F-8EC7-3BF734D839DB}" type="sibTrans" cxnId="{119690D4-400B-468B-8BA0-5C9C9E2AFEAF}">
      <dgm:prSet/>
      <dgm:spPr/>
      <dgm:t>
        <a:bodyPr/>
        <a:lstStyle/>
        <a:p>
          <a:endParaRPr lang="en-US" sz="3200"/>
        </a:p>
      </dgm:t>
    </dgm:pt>
    <dgm:pt modelId="{1E4D3931-0DBD-4211-A24A-6AF364284B1E}">
      <dgm:prSet phldrT="[Text]" custT="1"/>
      <dgm:spPr/>
      <dgm:t>
        <a:bodyPr/>
        <a:lstStyle/>
        <a:p>
          <a:pPr marL="280988" indent="-280988"/>
          <a:r>
            <a:rPr lang="en-US" sz="3200" dirty="0" smtClean="0">
              <a:effectLst>
                <a:outerShdw blurRad="38100" dist="38100" dir="2700000" algn="tl">
                  <a:srgbClr val="000000">
                    <a:alpha val="43137"/>
                  </a:srgbClr>
                </a:outerShdw>
              </a:effectLst>
            </a:rPr>
            <a:t>What are PIVOT and UNPIVOT operators</a:t>
          </a:r>
          <a:endParaRPr lang="en-US" sz="3200" dirty="0">
            <a:effectLst>
              <a:outerShdw blurRad="38100" dist="38100" dir="2700000" algn="tl">
                <a:srgbClr val="000000">
                  <a:alpha val="43137"/>
                </a:srgbClr>
              </a:outerShdw>
            </a:effectLst>
          </a:endParaRPr>
        </a:p>
      </dgm:t>
    </dgm:pt>
    <dgm:pt modelId="{CADAA3D9-7C63-4729-85B0-64C8AF644EEF}" type="sibTrans" cxnId="{63E4D827-0083-4625-9FD6-043D8D32091E}">
      <dgm:prSet/>
      <dgm:spPr/>
      <dgm:t>
        <a:bodyPr/>
        <a:lstStyle/>
        <a:p>
          <a:endParaRPr lang="en-US" sz="3200"/>
        </a:p>
      </dgm:t>
    </dgm:pt>
    <dgm:pt modelId="{FC93695B-FD0E-4353-B1FD-4328F4386DEC}" type="parTrans" cxnId="{63E4D827-0083-4625-9FD6-043D8D32091E}">
      <dgm:prSet/>
      <dgm:spPr/>
      <dgm:t>
        <a:bodyPr/>
        <a:lstStyle/>
        <a:p>
          <a:endParaRPr lang="en-US" sz="3200"/>
        </a:p>
      </dgm:t>
    </dgm:pt>
    <dgm:pt modelId="{AAE7A1E6-6847-453D-B55B-8A82BF138C1D}" type="pres">
      <dgm:prSet presAssocID="{F6FEADD9-F67D-41F5-BA4C-3C84956E7F46}" presName="Name0" presStyleCnt="0">
        <dgm:presLayoutVars>
          <dgm:dir/>
          <dgm:animLvl val="lvl"/>
          <dgm:resizeHandles val="exact"/>
        </dgm:presLayoutVars>
      </dgm:prSet>
      <dgm:spPr/>
      <dgm:t>
        <a:bodyPr/>
        <a:lstStyle/>
        <a:p>
          <a:endParaRPr lang="en-US"/>
        </a:p>
      </dgm:t>
    </dgm:pt>
    <dgm:pt modelId="{C4407577-18A2-46E0-8805-2838042EB67A}" type="pres">
      <dgm:prSet presAssocID="{74EE5CD8-078F-4590-BF9C-A341A294A016}" presName="linNode" presStyleCnt="0"/>
      <dgm:spPr/>
      <dgm:t>
        <a:bodyPr/>
        <a:lstStyle/>
        <a:p>
          <a:endParaRPr lang="en-US"/>
        </a:p>
      </dgm:t>
    </dgm:pt>
    <dgm:pt modelId="{7E429971-BC57-430F-BB25-C0574E5E39E3}" type="pres">
      <dgm:prSet presAssocID="{74EE5CD8-078F-4590-BF9C-A341A294A016}" presName="parentText" presStyleLbl="node1" presStyleIdx="0" presStyleCnt="3" custLinFactNeighborY="-15667">
        <dgm:presLayoutVars>
          <dgm:chMax val="1"/>
          <dgm:bulletEnabled val="1"/>
        </dgm:presLayoutVars>
      </dgm:prSet>
      <dgm:spPr>
        <a:prstGeom prst="roundRect">
          <a:avLst/>
        </a:prstGeom>
      </dgm:spPr>
      <dgm:t>
        <a:bodyPr/>
        <a:lstStyle/>
        <a:p>
          <a:endParaRPr lang="en-US"/>
        </a:p>
      </dgm:t>
    </dgm:pt>
    <dgm:pt modelId="{D54B1729-BC98-42C1-9C6C-D65DCBA4358F}" type="pres">
      <dgm:prSet presAssocID="{74EE5CD8-078F-4590-BF9C-A341A294A016}" presName="descendantText" presStyleLbl="alignAccFollowNode1" presStyleIdx="0" presStyleCnt="3" custScaleX="259632" custLinFactNeighborX="-1732" custLinFactNeighborY="1856">
        <dgm:presLayoutVars>
          <dgm:bulletEnabled val="1"/>
        </dgm:presLayoutVars>
      </dgm:prSet>
      <dgm:spPr>
        <a:prstGeom prst="rect">
          <a:avLst/>
        </a:prstGeom>
      </dgm:spPr>
      <dgm:t>
        <a:bodyPr/>
        <a:lstStyle/>
        <a:p>
          <a:endParaRPr lang="en-US"/>
        </a:p>
      </dgm:t>
    </dgm:pt>
    <dgm:pt modelId="{AB8574CC-D4F2-4555-AEE3-F4EE58B11D03}" type="pres">
      <dgm:prSet presAssocID="{CF9FB981-E6ED-4440-AC98-4E4E2ABA2C55}" presName="sp" presStyleCnt="0"/>
      <dgm:spPr/>
      <dgm:t>
        <a:bodyPr/>
        <a:lstStyle/>
        <a:p>
          <a:endParaRPr lang="en-US"/>
        </a:p>
      </dgm:t>
    </dgm:pt>
    <dgm:pt modelId="{85B8F607-FDD8-476A-ADBE-E1250824F294}" type="pres">
      <dgm:prSet presAssocID="{AA046201-5C4D-445E-BF0B-5C6D2B0A1945}" presName="linNode" presStyleCnt="0"/>
      <dgm:spPr/>
      <dgm:t>
        <a:bodyPr/>
        <a:lstStyle/>
        <a:p>
          <a:endParaRPr lang="en-US"/>
        </a:p>
      </dgm:t>
    </dgm:pt>
    <dgm:pt modelId="{C04276DC-EE64-470A-B8BC-09067B8045FA}" type="pres">
      <dgm:prSet presAssocID="{AA046201-5C4D-445E-BF0B-5C6D2B0A1945}" presName="parentText" presStyleLbl="node1" presStyleIdx="1" presStyleCnt="3">
        <dgm:presLayoutVars>
          <dgm:chMax val="1"/>
          <dgm:bulletEnabled val="1"/>
        </dgm:presLayoutVars>
      </dgm:prSet>
      <dgm:spPr>
        <a:prstGeom prst="roundRect">
          <a:avLst/>
        </a:prstGeom>
      </dgm:spPr>
      <dgm:t>
        <a:bodyPr/>
        <a:lstStyle/>
        <a:p>
          <a:endParaRPr lang="en-US"/>
        </a:p>
      </dgm:t>
    </dgm:pt>
    <dgm:pt modelId="{B37A5355-225B-4C6F-AED7-6C620F99EECC}" type="pres">
      <dgm:prSet presAssocID="{AA046201-5C4D-445E-BF0B-5C6D2B0A1945}" presName="descendantText" presStyleLbl="alignAccFollowNode1" presStyleIdx="1" presStyleCnt="3" custScaleX="259632">
        <dgm:presLayoutVars>
          <dgm:bulletEnabled val="1"/>
        </dgm:presLayoutVars>
      </dgm:prSet>
      <dgm:spPr>
        <a:prstGeom prst="rect">
          <a:avLst/>
        </a:prstGeom>
      </dgm:spPr>
      <dgm:t>
        <a:bodyPr/>
        <a:lstStyle/>
        <a:p>
          <a:endParaRPr lang="en-US"/>
        </a:p>
      </dgm:t>
    </dgm:pt>
    <dgm:pt modelId="{5ACAA866-A8A8-4183-97B5-CEEAB1525C60}" type="pres">
      <dgm:prSet presAssocID="{40767EFF-7D52-4469-ACEE-7D28E67337E2}" presName="sp" presStyleCnt="0"/>
      <dgm:spPr/>
      <dgm:t>
        <a:bodyPr/>
        <a:lstStyle/>
        <a:p>
          <a:endParaRPr lang="en-US"/>
        </a:p>
      </dgm:t>
    </dgm:pt>
    <dgm:pt modelId="{477213BE-9E91-4950-8451-7F60796F47F4}" type="pres">
      <dgm:prSet presAssocID="{D1776C8F-2B10-4075-8DF7-7F65AB725ED5}" presName="linNode" presStyleCnt="0"/>
      <dgm:spPr/>
      <dgm:t>
        <a:bodyPr/>
        <a:lstStyle/>
        <a:p>
          <a:endParaRPr lang="en-US"/>
        </a:p>
      </dgm:t>
    </dgm:pt>
    <dgm:pt modelId="{F5034101-5B7D-4FE7-B47A-5A48CF39606B}" type="pres">
      <dgm:prSet presAssocID="{D1776C8F-2B10-4075-8DF7-7F65AB725ED5}" presName="parentText" presStyleLbl="node1" presStyleIdx="2" presStyleCnt="3">
        <dgm:presLayoutVars>
          <dgm:chMax val="1"/>
          <dgm:bulletEnabled val="1"/>
        </dgm:presLayoutVars>
      </dgm:prSet>
      <dgm:spPr>
        <a:prstGeom prst="roundRect">
          <a:avLst/>
        </a:prstGeom>
      </dgm:spPr>
      <dgm:t>
        <a:bodyPr/>
        <a:lstStyle/>
        <a:p>
          <a:endParaRPr lang="en-US"/>
        </a:p>
      </dgm:t>
    </dgm:pt>
    <dgm:pt modelId="{C7C3E6FD-D83F-4BDA-907E-B5EE041DA931}" type="pres">
      <dgm:prSet presAssocID="{D1776C8F-2B10-4075-8DF7-7F65AB725ED5}" presName="descendantText" presStyleLbl="alignAccFollowNode1" presStyleIdx="2" presStyleCnt="3" custScaleX="259632">
        <dgm:presLayoutVars>
          <dgm:bulletEnabled val="1"/>
        </dgm:presLayoutVars>
      </dgm:prSet>
      <dgm:spPr>
        <a:prstGeom prst="rect">
          <a:avLst/>
        </a:prstGeom>
      </dgm:spPr>
      <dgm:t>
        <a:bodyPr/>
        <a:lstStyle/>
        <a:p>
          <a:endParaRPr lang="en-US"/>
        </a:p>
      </dgm:t>
    </dgm:pt>
  </dgm:ptLst>
  <dgm:cxnLst>
    <dgm:cxn modelId="{5417F3DF-8CAE-4E6C-ADBB-ED6F50084B8E}" type="presOf" srcId="{D1776C8F-2B10-4075-8DF7-7F65AB725ED5}" destId="{F5034101-5B7D-4FE7-B47A-5A48CF39606B}" srcOrd="0" destOrd="0" presId="urn:microsoft.com/office/officeart/2005/8/layout/vList5"/>
    <dgm:cxn modelId="{7077B78D-FCDC-4519-8416-DC357ACD5043}" srcId="{F6FEADD9-F67D-41F5-BA4C-3C84956E7F46}" destId="{D1776C8F-2B10-4075-8DF7-7F65AB725ED5}" srcOrd="2" destOrd="0" parTransId="{7291E740-3E17-41B3-99D3-1D67AE37CC3F}" sibTransId="{88B75C29-8054-417D-BCE3-878A55118F6D}"/>
    <dgm:cxn modelId="{3D887057-7E91-45EF-8E4B-3006C2DFECB4}" type="presOf" srcId="{6BE4E373-0656-4EDC-821E-BE09C952B1F6}" destId="{C7C3E6FD-D83F-4BDA-907E-B5EE041DA931}" srcOrd="0" destOrd="0" presId="urn:microsoft.com/office/officeart/2005/8/layout/vList5"/>
    <dgm:cxn modelId="{AFF7133D-5E9D-4613-9299-006F9E49301B}" type="presOf" srcId="{AA046201-5C4D-445E-BF0B-5C6D2B0A1945}" destId="{C04276DC-EE64-470A-B8BC-09067B8045FA}" srcOrd="0" destOrd="0" presId="urn:microsoft.com/office/officeart/2005/8/layout/vList5"/>
    <dgm:cxn modelId="{1D12F37E-DF42-400C-B5B5-A8FAF49EC0EC}" type="presOf" srcId="{1E4D3931-0DBD-4211-A24A-6AF364284B1E}" destId="{D54B1729-BC98-42C1-9C6C-D65DCBA4358F}" srcOrd="0" destOrd="0" presId="urn:microsoft.com/office/officeart/2005/8/layout/vList5"/>
    <dgm:cxn modelId="{63E4D827-0083-4625-9FD6-043D8D32091E}" srcId="{74EE5CD8-078F-4590-BF9C-A341A294A016}" destId="{1E4D3931-0DBD-4211-A24A-6AF364284B1E}" srcOrd="0" destOrd="0" parTransId="{FC93695B-FD0E-4353-B1FD-4328F4386DEC}" sibTransId="{CADAA3D9-7C63-4729-85B0-64C8AF644EEF}"/>
    <dgm:cxn modelId="{B8AF1086-D7BE-446F-9133-738B599E9A7D}" srcId="{F6FEADD9-F67D-41F5-BA4C-3C84956E7F46}" destId="{AA046201-5C4D-445E-BF0B-5C6D2B0A1945}" srcOrd="1" destOrd="0" parTransId="{FE92FC33-5E0F-4302-9E80-A69E8ACDDE56}" sibTransId="{40767EFF-7D52-4469-ACEE-7D28E67337E2}"/>
    <dgm:cxn modelId="{9071FB3B-D26B-4384-BD1A-80C12C62D02C}" srcId="{AA046201-5C4D-445E-BF0B-5C6D2B0A1945}" destId="{C59269D0-92A5-481C-BA64-727AFB0DD545}" srcOrd="0" destOrd="0" parTransId="{312CC84D-092F-422A-AA24-A4619DBBB7BE}" sibTransId="{266DE8E8-1339-41C4-B9A7-6148496C7FA9}"/>
    <dgm:cxn modelId="{B6416E04-E5DE-46CA-AD27-47EBE280D636}" type="presOf" srcId="{C59269D0-92A5-481C-BA64-727AFB0DD545}" destId="{B37A5355-225B-4C6F-AED7-6C620F99EECC}" srcOrd="0" destOrd="0" presId="urn:microsoft.com/office/officeart/2005/8/layout/vList5"/>
    <dgm:cxn modelId="{119690D4-400B-468B-8BA0-5C9C9E2AFEAF}" srcId="{D1776C8F-2B10-4075-8DF7-7F65AB725ED5}" destId="{6BE4E373-0656-4EDC-821E-BE09C952B1F6}" srcOrd="0" destOrd="0" parTransId="{34218063-BF94-4304-99BD-B3F7BA4D3C8F}" sibTransId="{E17B9BF1-2948-497F-8EC7-3BF734D839DB}"/>
    <dgm:cxn modelId="{9A0DCB65-9DCB-4972-9768-1762E4116F3C}" type="presOf" srcId="{74EE5CD8-078F-4590-BF9C-A341A294A016}" destId="{7E429971-BC57-430F-BB25-C0574E5E39E3}" srcOrd="0" destOrd="0" presId="urn:microsoft.com/office/officeart/2005/8/layout/vList5"/>
    <dgm:cxn modelId="{DBCA7E61-D822-40A0-A27A-D7E092386A0B}" type="presOf" srcId="{F6FEADD9-F67D-41F5-BA4C-3C84956E7F46}" destId="{AAE7A1E6-6847-453D-B55B-8A82BF138C1D}" srcOrd="0" destOrd="0" presId="urn:microsoft.com/office/officeart/2005/8/layout/vList5"/>
    <dgm:cxn modelId="{F40F9561-0D4C-44CF-91EF-A92B1DBDE44B}" srcId="{F6FEADD9-F67D-41F5-BA4C-3C84956E7F46}" destId="{74EE5CD8-078F-4590-BF9C-A341A294A016}" srcOrd="0" destOrd="0" parTransId="{BB568D76-3363-43D3-B00C-3359A643216C}" sibTransId="{CF9FB981-E6ED-4440-AC98-4E4E2ABA2C55}"/>
    <dgm:cxn modelId="{1E18118B-9778-4714-A249-2B714D5427F7}" type="presParOf" srcId="{AAE7A1E6-6847-453D-B55B-8A82BF138C1D}" destId="{C4407577-18A2-46E0-8805-2838042EB67A}" srcOrd="0" destOrd="0" presId="urn:microsoft.com/office/officeart/2005/8/layout/vList5"/>
    <dgm:cxn modelId="{84152E8A-21A6-4CAF-BC09-47C13F4FFFB8}" type="presParOf" srcId="{C4407577-18A2-46E0-8805-2838042EB67A}" destId="{7E429971-BC57-430F-BB25-C0574E5E39E3}" srcOrd="0" destOrd="0" presId="urn:microsoft.com/office/officeart/2005/8/layout/vList5"/>
    <dgm:cxn modelId="{1D51832F-3B38-483B-8C08-BDD413206841}" type="presParOf" srcId="{C4407577-18A2-46E0-8805-2838042EB67A}" destId="{D54B1729-BC98-42C1-9C6C-D65DCBA4358F}" srcOrd="1" destOrd="0" presId="urn:microsoft.com/office/officeart/2005/8/layout/vList5"/>
    <dgm:cxn modelId="{F2BB24AB-7DB6-4F0F-92D8-664E0F322520}" type="presParOf" srcId="{AAE7A1E6-6847-453D-B55B-8A82BF138C1D}" destId="{AB8574CC-D4F2-4555-AEE3-F4EE58B11D03}" srcOrd="1" destOrd="0" presId="urn:microsoft.com/office/officeart/2005/8/layout/vList5"/>
    <dgm:cxn modelId="{3F47CC38-27AC-4E4E-92A2-FDE046382C80}" type="presParOf" srcId="{AAE7A1E6-6847-453D-B55B-8A82BF138C1D}" destId="{85B8F607-FDD8-476A-ADBE-E1250824F294}" srcOrd="2" destOrd="0" presId="urn:microsoft.com/office/officeart/2005/8/layout/vList5"/>
    <dgm:cxn modelId="{B4BBC5E0-69C0-4FD2-84A6-C47E62DEA28D}" type="presParOf" srcId="{85B8F607-FDD8-476A-ADBE-E1250824F294}" destId="{C04276DC-EE64-470A-B8BC-09067B8045FA}" srcOrd="0" destOrd="0" presId="urn:microsoft.com/office/officeart/2005/8/layout/vList5"/>
    <dgm:cxn modelId="{71B90C6E-E0F2-4EE1-8864-5914AAFA20A7}" type="presParOf" srcId="{85B8F607-FDD8-476A-ADBE-E1250824F294}" destId="{B37A5355-225B-4C6F-AED7-6C620F99EECC}" srcOrd="1" destOrd="0" presId="urn:microsoft.com/office/officeart/2005/8/layout/vList5"/>
    <dgm:cxn modelId="{E6DEED78-0C33-4D1D-A595-AFE4311369E4}" type="presParOf" srcId="{AAE7A1E6-6847-453D-B55B-8A82BF138C1D}" destId="{5ACAA866-A8A8-4183-97B5-CEEAB1525C60}" srcOrd="3" destOrd="0" presId="urn:microsoft.com/office/officeart/2005/8/layout/vList5"/>
    <dgm:cxn modelId="{FD2A22C3-24B0-4E4D-A3BC-79528D3FBC48}" type="presParOf" srcId="{AAE7A1E6-6847-453D-B55B-8A82BF138C1D}" destId="{477213BE-9E91-4950-8451-7F60796F47F4}" srcOrd="4" destOrd="0" presId="urn:microsoft.com/office/officeart/2005/8/layout/vList5"/>
    <dgm:cxn modelId="{2D9E3819-8AF8-4F78-AD5E-1D892BCE0381}" type="presParOf" srcId="{477213BE-9E91-4950-8451-7F60796F47F4}" destId="{F5034101-5B7D-4FE7-B47A-5A48CF39606B}" srcOrd="0" destOrd="0" presId="urn:microsoft.com/office/officeart/2005/8/layout/vList5"/>
    <dgm:cxn modelId="{5FD7E964-E46A-45B4-A545-5D657B6094BB}" type="presParOf" srcId="{477213BE-9E91-4950-8451-7F60796F47F4}" destId="{C7C3E6FD-D83F-4BDA-907E-B5EE041DA931}" srcOrd="1" destOrd="0" presId="urn:microsoft.com/office/officeart/2005/8/layout/vList5"/>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4B1729-BC98-42C1-9C6C-D65DCBA4358F}">
      <dsp:nvSpPr>
        <dsp:cNvPr id="0" name=""/>
        <dsp:cNvSpPr/>
      </dsp:nvSpPr>
      <dsp:spPr>
        <a:xfrm rot="5400000">
          <a:off x="3048070" y="-1828869"/>
          <a:ext cx="1047750" cy="5010287"/>
        </a:xfrm>
        <a:prstGeom prst="rect">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80988" lvl="1" indent="-280988" algn="l" defTabSz="1422400">
            <a:lnSpc>
              <a:spcPct val="90000"/>
            </a:lnSpc>
            <a:spcBef>
              <a:spcPct val="0"/>
            </a:spcBef>
            <a:spcAft>
              <a:spcPct val="15000"/>
            </a:spcAft>
            <a:buChar char="••"/>
          </a:pPr>
          <a:r>
            <a:rPr lang="en-US" sz="3200" kern="1200" dirty="0" smtClean="0">
              <a:effectLst>
                <a:outerShdw blurRad="38100" dist="38100" dir="2700000" algn="tl">
                  <a:srgbClr val="000000">
                    <a:alpha val="43137"/>
                  </a:srgbClr>
                </a:outerShdw>
              </a:effectLst>
            </a:rPr>
            <a:t>Analytical Functions</a:t>
          </a:r>
          <a:endParaRPr lang="en-US" sz="3200" kern="1200" dirty="0">
            <a:effectLst>
              <a:outerShdw blurRad="38100" dist="38100" dir="2700000" algn="tl">
                <a:srgbClr val="000000">
                  <a:alpha val="43137"/>
                </a:srgbClr>
              </a:outerShdw>
            </a:effectLst>
          </a:endParaRPr>
        </a:p>
      </dsp:txBody>
      <dsp:txXfrm rot="-5400000">
        <a:off x="1066802" y="152399"/>
        <a:ext cx="5010287" cy="1047750"/>
      </dsp:txXfrm>
    </dsp:sp>
    <dsp:sp modelId="{7E429971-BC57-430F-BB25-C0574E5E39E3}">
      <dsp:nvSpPr>
        <dsp:cNvPr id="0" name=""/>
        <dsp:cNvSpPr/>
      </dsp:nvSpPr>
      <dsp:spPr>
        <a:xfrm>
          <a:off x="109" y="0"/>
          <a:ext cx="1085492" cy="1309687"/>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67640" tIns="83820" rIns="167640" bIns="83820" numCol="1" spcCol="1270" anchor="ctr" anchorCtr="0">
          <a:noAutofit/>
        </a:bodyPr>
        <a:lstStyle/>
        <a:p>
          <a:pPr lvl="0" algn="ctr" defTabSz="1955800">
            <a:lnSpc>
              <a:spcPct val="90000"/>
            </a:lnSpc>
            <a:spcBef>
              <a:spcPct val="0"/>
            </a:spcBef>
            <a:spcAft>
              <a:spcPct val="35000"/>
            </a:spcAft>
          </a:pPr>
          <a:r>
            <a:rPr lang="en-US" sz="4400" kern="1200" dirty="0" smtClean="0"/>
            <a:t>1</a:t>
          </a:r>
          <a:endParaRPr lang="en-US" sz="4400" kern="1200" dirty="0"/>
        </a:p>
      </dsp:txBody>
      <dsp:txXfrm>
        <a:off x="53098" y="52989"/>
        <a:ext cx="979514" cy="1203709"/>
      </dsp:txXfrm>
    </dsp:sp>
    <dsp:sp modelId="{B37A5355-225B-4C6F-AED7-6C620F99EECC}">
      <dsp:nvSpPr>
        <dsp:cNvPr id="0" name=""/>
        <dsp:cNvSpPr/>
      </dsp:nvSpPr>
      <dsp:spPr>
        <a:xfrm rot="5400000">
          <a:off x="3066871" y="-473143"/>
          <a:ext cx="1047750" cy="5010287"/>
        </a:xfrm>
        <a:prstGeom prst="rect">
          <a:avLst/>
        </a:prstGeom>
        <a:solidFill>
          <a:schemeClr val="accent3">
            <a:tint val="40000"/>
            <a:alpha val="90000"/>
            <a:hueOff val="5358427"/>
            <a:satOff val="-6896"/>
            <a:lumOff val="-537"/>
            <a:alphaOff val="0"/>
          </a:schemeClr>
        </a:solidFill>
        <a:ln w="9525" cap="flat" cmpd="sng" algn="ctr">
          <a:solidFill>
            <a:schemeClr val="accent3">
              <a:tint val="40000"/>
              <a:alpha val="90000"/>
              <a:hueOff val="5358427"/>
              <a:satOff val="-6896"/>
              <a:lumOff val="-537"/>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85750" lvl="1" indent="-285750" algn="l" defTabSz="1422400">
            <a:lnSpc>
              <a:spcPct val="90000"/>
            </a:lnSpc>
            <a:spcBef>
              <a:spcPct val="0"/>
            </a:spcBef>
            <a:spcAft>
              <a:spcPct val="15000"/>
            </a:spcAft>
            <a:buChar char="••"/>
          </a:pPr>
          <a:r>
            <a:rPr lang="en-US" sz="3200" kern="1200" dirty="0" smtClean="0">
              <a:effectLst>
                <a:outerShdw blurRad="38100" dist="38100" dir="2700000" algn="tl">
                  <a:srgbClr val="000000">
                    <a:alpha val="43137"/>
                  </a:srgbClr>
                </a:outerShdw>
              </a:effectLst>
            </a:rPr>
            <a:t>LAG</a:t>
          </a:r>
          <a:endParaRPr lang="en-US" sz="3200" kern="1200" dirty="0">
            <a:effectLst>
              <a:outerShdw blurRad="38100" dist="38100" dir="2700000" algn="tl">
                <a:srgbClr val="000000">
                  <a:alpha val="43137"/>
                </a:srgbClr>
              </a:outerShdw>
            </a:effectLst>
          </a:endParaRPr>
        </a:p>
      </dsp:txBody>
      <dsp:txXfrm rot="-5400000">
        <a:off x="1085603" y="1508125"/>
        <a:ext cx="5010287" cy="1047750"/>
      </dsp:txXfrm>
    </dsp:sp>
    <dsp:sp modelId="{C04276DC-EE64-470A-B8BC-09067B8045FA}">
      <dsp:nvSpPr>
        <dsp:cNvPr id="0" name=""/>
        <dsp:cNvSpPr/>
      </dsp:nvSpPr>
      <dsp:spPr>
        <a:xfrm>
          <a:off x="109" y="1377156"/>
          <a:ext cx="1085492" cy="1309687"/>
        </a:xfrm>
        <a:prstGeom prst="roundRect">
          <a:avLst/>
        </a:prstGeom>
        <a:gradFill rotWithShape="0">
          <a:gsLst>
            <a:gs pos="0">
              <a:schemeClr val="accent3">
                <a:hueOff val="5625132"/>
                <a:satOff val="-8440"/>
                <a:lumOff val="-1373"/>
                <a:alphaOff val="0"/>
                <a:shade val="51000"/>
                <a:satMod val="130000"/>
              </a:schemeClr>
            </a:gs>
            <a:gs pos="80000">
              <a:schemeClr val="accent3">
                <a:hueOff val="5625132"/>
                <a:satOff val="-8440"/>
                <a:lumOff val="-1373"/>
                <a:alphaOff val="0"/>
                <a:shade val="93000"/>
                <a:satMod val="130000"/>
              </a:schemeClr>
            </a:gs>
            <a:gs pos="100000">
              <a:schemeClr val="accent3">
                <a:hueOff val="5625132"/>
                <a:satOff val="-8440"/>
                <a:lumOff val="-1373"/>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67640" tIns="83820" rIns="167640" bIns="83820" numCol="1" spcCol="1270" anchor="ctr" anchorCtr="0">
          <a:noAutofit/>
        </a:bodyPr>
        <a:lstStyle/>
        <a:p>
          <a:pPr lvl="0" algn="ctr" defTabSz="1955800">
            <a:lnSpc>
              <a:spcPct val="90000"/>
            </a:lnSpc>
            <a:spcBef>
              <a:spcPct val="0"/>
            </a:spcBef>
            <a:spcAft>
              <a:spcPct val="35000"/>
            </a:spcAft>
          </a:pPr>
          <a:r>
            <a:rPr lang="en-US" sz="4400" kern="1200" dirty="0" smtClean="0"/>
            <a:t>2</a:t>
          </a:r>
          <a:endParaRPr lang="en-US" sz="4400" kern="1200" dirty="0"/>
        </a:p>
      </dsp:txBody>
      <dsp:txXfrm>
        <a:off x="53098" y="1430145"/>
        <a:ext cx="979514" cy="1203709"/>
      </dsp:txXfrm>
    </dsp:sp>
    <dsp:sp modelId="{C7C3E6FD-D83F-4BDA-907E-B5EE041DA931}">
      <dsp:nvSpPr>
        <dsp:cNvPr id="0" name=""/>
        <dsp:cNvSpPr/>
      </dsp:nvSpPr>
      <dsp:spPr>
        <a:xfrm rot="5400000">
          <a:off x="3066871" y="902028"/>
          <a:ext cx="1047750" cy="5010287"/>
        </a:xfrm>
        <a:prstGeom prst="rect">
          <a:avLst/>
        </a:prstGeom>
        <a:solidFill>
          <a:schemeClr val="accent3">
            <a:tint val="40000"/>
            <a:alpha val="90000"/>
            <a:hueOff val="10716854"/>
            <a:satOff val="-13793"/>
            <a:lumOff val="-1075"/>
            <a:alphaOff val="0"/>
          </a:schemeClr>
        </a:solidFill>
        <a:ln w="9525" cap="flat" cmpd="sng" algn="ctr">
          <a:solidFill>
            <a:schemeClr val="accent3">
              <a:tint val="40000"/>
              <a:alpha val="90000"/>
              <a:hueOff val="10716854"/>
              <a:satOff val="-13793"/>
              <a:lumOff val="-1075"/>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85750" lvl="1" indent="-285750" algn="l" defTabSz="1422400">
            <a:lnSpc>
              <a:spcPct val="90000"/>
            </a:lnSpc>
            <a:spcBef>
              <a:spcPct val="0"/>
            </a:spcBef>
            <a:spcAft>
              <a:spcPct val="15000"/>
            </a:spcAft>
            <a:buChar char="••"/>
          </a:pPr>
          <a:r>
            <a:rPr lang="en-US" sz="3200" kern="1200" dirty="0" smtClean="0">
              <a:effectLst>
                <a:outerShdw blurRad="38100" dist="38100" dir="2700000" algn="tl">
                  <a:srgbClr val="000000">
                    <a:alpha val="43137"/>
                  </a:srgbClr>
                </a:outerShdw>
              </a:effectLst>
            </a:rPr>
            <a:t>LEAD</a:t>
          </a:r>
          <a:endParaRPr lang="en-US" sz="3200" kern="1200" dirty="0">
            <a:effectLst>
              <a:outerShdw blurRad="38100" dist="38100" dir="2700000" algn="tl">
                <a:srgbClr val="000000">
                  <a:alpha val="43137"/>
                </a:srgbClr>
              </a:outerShdw>
            </a:effectLst>
          </a:endParaRPr>
        </a:p>
      </dsp:txBody>
      <dsp:txXfrm rot="-5400000">
        <a:off x="1085603" y="2883296"/>
        <a:ext cx="5010287" cy="1047750"/>
      </dsp:txXfrm>
    </dsp:sp>
    <dsp:sp modelId="{F5034101-5B7D-4FE7-B47A-5A48CF39606B}">
      <dsp:nvSpPr>
        <dsp:cNvPr id="0" name=""/>
        <dsp:cNvSpPr/>
      </dsp:nvSpPr>
      <dsp:spPr>
        <a:xfrm>
          <a:off x="109" y="2752328"/>
          <a:ext cx="1085492" cy="1309687"/>
        </a:xfrm>
        <a:prstGeom prst="roundRect">
          <a:avLst/>
        </a:prstGeom>
        <a:gradFill rotWithShape="0">
          <a:gsLst>
            <a:gs pos="0">
              <a:schemeClr val="accent3">
                <a:hueOff val="11250264"/>
                <a:satOff val="-16880"/>
                <a:lumOff val="-2745"/>
                <a:alphaOff val="0"/>
                <a:shade val="51000"/>
                <a:satMod val="130000"/>
              </a:schemeClr>
            </a:gs>
            <a:gs pos="80000">
              <a:schemeClr val="accent3">
                <a:hueOff val="11250264"/>
                <a:satOff val="-16880"/>
                <a:lumOff val="-2745"/>
                <a:alphaOff val="0"/>
                <a:shade val="93000"/>
                <a:satMod val="130000"/>
              </a:schemeClr>
            </a:gs>
            <a:gs pos="100000">
              <a:schemeClr val="accent3">
                <a:hueOff val="11250264"/>
                <a:satOff val="-16880"/>
                <a:lumOff val="-274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67640" tIns="83820" rIns="167640" bIns="83820" numCol="1" spcCol="1270" anchor="ctr" anchorCtr="0">
          <a:noAutofit/>
        </a:bodyPr>
        <a:lstStyle/>
        <a:p>
          <a:pPr lvl="0" algn="ctr" defTabSz="1955800">
            <a:lnSpc>
              <a:spcPct val="90000"/>
            </a:lnSpc>
            <a:spcBef>
              <a:spcPct val="0"/>
            </a:spcBef>
            <a:spcAft>
              <a:spcPct val="35000"/>
            </a:spcAft>
          </a:pPr>
          <a:r>
            <a:rPr lang="en-US" sz="4400" kern="1200" dirty="0" smtClean="0"/>
            <a:t>3</a:t>
          </a:r>
          <a:endParaRPr lang="en-US" sz="4400" kern="1200" dirty="0"/>
        </a:p>
      </dsp:txBody>
      <dsp:txXfrm>
        <a:off x="53098" y="2805317"/>
        <a:ext cx="979514" cy="1203709"/>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83FDC75-7F73-4A4A-A77C-09AADF00E0EA}" type="datetimeFigureOut">
              <a:rPr lang="en-US" smtClean="0"/>
              <a:pPr/>
              <a:t>5/21/2016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59226BF-1F13-42D3-80DC-373E7ADD1EBC}" type="slidenum">
              <a:rPr lang="en-US" smtClean="0"/>
              <a:pPr/>
              <a:t>‹#›</a:t>
            </a:fld>
            <a:endParaRPr lang="en-US" dirty="0"/>
          </a:p>
        </p:txBody>
      </p:sp>
    </p:spTree>
    <p:extLst>
      <p:ext uri="{BB962C8B-B14F-4D97-AF65-F5344CB8AC3E}">
        <p14:creationId xmlns:p14="http://schemas.microsoft.com/office/powerpoint/2010/main" xmlns="" val="14530036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AEF76B-3757-4A0B-AF93-28494465C1DD}" type="datetimeFigureOut">
              <a:rPr lang="en-US" smtClean="0"/>
              <a:pPr/>
              <a:t>5/21/2016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693FD4-8F83-4EF7-AC3F-0DC0388986B0}" type="slidenum">
              <a:rPr lang="en-US" smtClean="0"/>
              <a:pPr/>
              <a:t>‹#›</a:t>
            </a:fld>
            <a:endParaRPr lang="en-US" dirty="0"/>
          </a:p>
        </p:txBody>
      </p:sp>
    </p:spTree>
    <p:extLst>
      <p:ext uri="{BB962C8B-B14F-4D97-AF65-F5344CB8AC3E}">
        <p14:creationId xmlns:p14="http://schemas.microsoft.com/office/powerpoint/2010/main" xmlns="" val="1541459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This template can be used as a starter file for presenting training materials in a group setting.</a:t>
            </a:r>
          </a:p>
          <a:p>
            <a:endParaRPr lang="en-US" dirty="0" smtClean="0"/>
          </a:p>
          <a:p>
            <a:pPr lvl="0"/>
            <a:r>
              <a:rPr lang="en-US" sz="1200" b="1" dirty="0" smtClean="0"/>
              <a:t>Sections</a:t>
            </a:r>
            <a:endParaRPr lang="en-US" sz="1200" b="0" dirty="0" smtClean="0"/>
          </a:p>
          <a:p>
            <a:pPr lvl="0"/>
            <a:r>
              <a:rPr lang="en-US" sz="1200" b="0" dirty="0" smtClean="0"/>
              <a:t>Right-click on a slide to add sections.</a:t>
            </a:r>
            <a:r>
              <a:rPr lang="en-US" sz="1200" b="0" baseline="0" dirty="0" smtClean="0"/>
              <a:t> Sections can help to organize your slides or facilitate collaboration between multiple authors.</a:t>
            </a:r>
            <a:endParaRPr lang="en-US" sz="1200" b="0" dirty="0" smtClean="0"/>
          </a:p>
          <a:p>
            <a:pPr lvl="0"/>
            <a:endParaRPr lang="en-US" sz="1200" b="1" dirty="0" smtClean="0"/>
          </a:p>
          <a:p>
            <a:pPr lvl="0"/>
            <a:r>
              <a:rPr lang="en-US" sz="1200" b="1" dirty="0" smtClean="0"/>
              <a:t>Notes</a:t>
            </a:r>
          </a:p>
          <a:p>
            <a:pPr lvl="0"/>
            <a:r>
              <a:rPr lang="en-US" sz="1200" dirty="0" smtClean="0"/>
              <a:t>Use the Notes section for delivery notes or to provide additional details for the audience.</a:t>
            </a:r>
            <a:r>
              <a:rPr lang="en-US" sz="1200" baseline="0" dirty="0" smtClean="0"/>
              <a:t> View these notes in Presentation View during your presentation. </a:t>
            </a:r>
          </a:p>
          <a:p>
            <a:pPr lvl="0">
              <a:buFontTx/>
              <a:buNone/>
            </a:pPr>
            <a:r>
              <a:rPr lang="en-US" sz="1200" dirty="0" smtClean="0"/>
              <a:t>Keep in mind the font size (important for accessibility, visibility, videotaping, and online production)</a:t>
            </a:r>
          </a:p>
          <a:p>
            <a:pPr lvl="0"/>
            <a:endParaRPr lang="en-US" sz="1200" dirty="0" smtClean="0"/>
          </a:p>
          <a:p>
            <a:pPr lvl="0">
              <a:buFontTx/>
              <a:buNone/>
            </a:pPr>
            <a:r>
              <a:rPr lang="en-US" sz="1200" b="1" dirty="0" smtClean="0"/>
              <a:t>Coordinated colors </a:t>
            </a:r>
          </a:p>
          <a:p>
            <a:pPr lvl="0">
              <a:buFontTx/>
              <a:buNone/>
            </a:pPr>
            <a:r>
              <a:rPr lang="en-US" sz="1200" dirty="0" smtClean="0"/>
              <a:t>Pay particular attention to the graphs, charts, and text boxes.</a:t>
            </a:r>
            <a:r>
              <a:rPr lang="en-US" sz="1200" baseline="0" dirty="0" smtClean="0"/>
              <a:t> </a:t>
            </a:r>
            <a:endParaRPr lang="en-US" sz="1200" dirty="0" smtClean="0"/>
          </a:p>
          <a:p>
            <a:pPr lvl="0"/>
            <a:r>
              <a:rPr lang="en-US" sz="1200" dirty="0" smtClean="0"/>
              <a:t>Consider that attendees will print in black and white or </a:t>
            </a:r>
            <a:r>
              <a:rPr lang="en-US" sz="1200" dirty="0" err="1" smtClean="0"/>
              <a:t>grayscale</a:t>
            </a:r>
            <a:r>
              <a:rPr lang="en-US" sz="1200" dirty="0" smtClean="0"/>
              <a:t>. Run a test print to make sure your colors work when printed in pure black and white and </a:t>
            </a:r>
            <a:r>
              <a:rPr lang="en-US" sz="1200" dirty="0" err="1" smtClean="0"/>
              <a:t>grayscale</a:t>
            </a:r>
            <a:r>
              <a:rPr lang="en-US" sz="1200" dirty="0" smtClean="0"/>
              <a:t>.</a:t>
            </a:r>
          </a:p>
          <a:p>
            <a:pPr lvl="0">
              <a:buFontTx/>
              <a:buNone/>
            </a:pPr>
            <a:endParaRPr lang="en-US" sz="1200" dirty="0" smtClean="0"/>
          </a:p>
          <a:p>
            <a:pPr lvl="0">
              <a:buFontTx/>
              <a:buNone/>
            </a:pPr>
            <a:r>
              <a:rPr lang="en-US" sz="1200" b="1" dirty="0" smtClean="0"/>
              <a:t>Graphics, tables, and graphs</a:t>
            </a:r>
          </a:p>
          <a:p>
            <a:pPr lvl="0"/>
            <a:r>
              <a:rPr lang="en-US" sz="1200" dirty="0" smtClean="0"/>
              <a:t>Keep it simple: If possible, use consistent, non-distracting styles and colors.</a:t>
            </a:r>
          </a:p>
          <a:p>
            <a:pPr lvl="0"/>
            <a:r>
              <a:rPr lang="en-US" sz="1200" dirty="0" smtClean="0"/>
              <a:t>Label all graphs and tables.</a:t>
            </a:r>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1</a:t>
            </a:fld>
            <a:endParaRPr lang="en-US"/>
          </a:p>
        </p:txBody>
      </p:sp>
    </p:spTree>
    <p:extLst>
      <p:ext uri="{BB962C8B-B14F-4D97-AF65-F5344CB8AC3E}">
        <p14:creationId xmlns:p14="http://schemas.microsoft.com/office/powerpoint/2010/main" xmlns="" val="20579690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numCol="2" spcCol="182880">
            <a:noAutofit/>
          </a:bodyPr>
          <a:lstStyle/>
          <a:p>
            <a:pPr marL="228600" marR="0" indent="-228600" algn="l" defTabSz="914400" rtl="0" eaLnBrk="1" fontAlgn="auto" latinLnBrk="0" hangingPunct="1">
              <a:lnSpc>
                <a:spcPct val="100000"/>
              </a:lnSpc>
              <a:spcBef>
                <a:spcPts val="0"/>
              </a:spcBef>
              <a:spcAft>
                <a:spcPts val="0"/>
              </a:spcAft>
              <a:buClrTx/>
              <a:buSzTx/>
              <a:buFont typeface="+mj-lt"/>
              <a:buNone/>
              <a:tabLst/>
              <a:defRPr/>
            </a:pPr>
            <a:r>
              <a:rPr lang="en-US" sz="1200" dirty="0" smtClean="0"/>
              <a:t>This is another option</a:t>
            </a:r>
            <a:r>
              <a:rPr lang="en-US" sz="1200" baseline="0" dirty="0" smtClean="0"/>
              <a:t> for an Overview slide.</a:t>
            </a:r>
            <a:endParaRPr lang="en-US" sz="1200" dirty="0" smtClean="0"/>
          </a:p>
          <a:p>
            <a:pPr marL="228600" indent="-228600">
              <a:buFont typeface="+mj-lt"/>
              <a:buNone/>
            </a:pPr>
            <a:endParaRPr lang="en-US" sz="1200" dirty="0"/>
          </a:p>
        </p:txBody>
      </p:sp>
      <p:sp>
        <p:nvSpPr>
          <p:cNvPr id="5" name="Slide Image Placeholder 4"/>
          <p:cNvSpPr>
            <a:spLocks noGrp="1" noRot="1" noChangeAspect="1"/>
          </p:cNvSpPr>
          <p:nvPr>
            <p:ph type="sldImg"/>
          </p:nvPr>
        </p:nvSpPr>
        <p:spPr>
          <a:xfrm>
            <a:off x="539750" y="503238"/>
            <a:ext cx="3143250" cy="2359025"/>
          </a:xfrm>
        </p:spPr>
      </p:sp>
    </p:spTree>
    <p:extLst>
      <p:ext uri="{BB962C8B-B14F-4D97-AF65-F5344CB8AC3E}">
        <p14:creationId xmlns:p14="http://schemas.microsoft.com/office/powerpoint/2010/main" xmlns="" val="21245057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smtClean="0"/>
              <a:t>What</a:t>
            </a:r>
            <a:r>
              <a:rPr lang="en-US" b="0" baseline="0" dirty="0" smtClean="0"/>
              <a:t> will the audience be able to do after this training is complete?</a:t>
            </a:r>
            <a:r>
              <a:rPr lang="en-US" dirty="0" smtClean="0"/>
              <a:t> Briefly describe each objective how the audience</a:t>
            </a:r>
            <a:r>
              <a:rPr lang="en-US" baseline="0" dirty="0" smtClean="0"/>
              <a:t> </a:t>
            </a:r>
            <a:r>
              <a:rPr lang="en-US" dirty="0" smtClean="0"/>
              <a:t>will benefit from this</a:t>
            </a:r>
            <a:r>
              <a:rPr lang="en-US" baseline="0" dirty="0" smtClean="0"/>
              <a:t> presentation.</a:t>
            </a:r>
            <a:endParaRPr lang="en-US" dirty="0" smtClean="0"/>
          </a:p>
        </p:txBody>
      </p:sp>
      <p:sp>
        <p:nvSpPr>
          <p:cNvPr id="4" name="Slide Number Placeholder 3"/>
          <p:cNvSpPr>
            <a:spLocks noGrp="1"/>
          </p:cNvSpPr>
          <p:nvPr>
            <p:ph type="sldNum" sz="quarter" idx="10"/>
          </p:nvPr>
        </p:nvSpPr>
        <p:spPr/>
        <p:txBody>
          <a:bodyPr/>
          <a:lstStyle/>
          <a:p>
            <a:fld id="{EC6EAC7D-5A89-47C2-8ABA-56C9C2DEF7A4}" type="slidenum">
              <a:rPr lang="en-US" smtClean="0"/>
              <a:pPr/>
              <a:t>3</a:t>
            </a:fld>
            <a:endParaRPr lang="en-US"/>
          </a:p>
        </p:txBody>
      </p:sp>
    </p:spTree>
    <p:extLst>
      <p:ext uri="{BB962C8B-B14F-4D97-AF65-F5344CB8AC3E}">
        <p14:creationId xmlns:p14="http://schemas.microsoft.com/office/powerpoint/2010/main" xmlns="" val="42642832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3"/>
          <p:cNvSpPr>
            <a:spLocks noGrp="1" noChangeArrowheads="1"/>
          </p:cNvSpPr>
          <p:nvPr>
            <p:ph type="hdr" sz="quarter"/>
          </p:nvPr>
        </p:nvSpPr>
        <p:spPr>
          <a:noFill/>
        </p:spPr>
        <p:txBody>
          <a:bodyPr/>
          <a:lstStyle/>
          <a:p>
            <a:r>
              <a:rPr lang="en-US" dirty="0" smtClean="0"/>
              <a:t>Microsoft </a:t>
            </a:r>
            <a:r>
              <a:rPr lang="en-US" b="1" dirty="0" smtClean="0"/>
              <a:t>Engineering Excellence</a:t>
            </a:r>
            <a:endParaRPr lang="en-US" dirty="0" smtClean="0"/>
          </a:p>
        </p:txBody>
      </p:sp>
      <p:sp>
        <p:nvSpPr>
          <p:cNvPr id="43011" name="Rectangle 25"/>
          <p:cNvSpPr>
            <a:spLocks noGrp="1" noChangeArrowheads="1"/>
          </p:cNvSpPr>
          <p:nvPr>
            <p:ph type="ftr" sz="quarter" idx="4"/>
          </p:nvPr>
        </p:nvSpPr>
        <p:spPr>
          <a:noFill/>
        </p:spPr>
        <p:txBody>
          <a:bodyPr/>
          <a:lstStyle/>
          <a:p>
            <a:r>
              <a:rPr lang="en-US" dirty="0" smtClean="0"/>
              <a:t>Microsoft Confidential</a:t>
            </a:r>
          </a:p>
        </p:txBody>
      </p:sp>
      <p:sp>
        <p:nvSpPr>
          <p:cNvPr id="43012" name="Rectangle 26"/>
          <p:cNvSpPr>
            <a:spLocks noGrp="1" noChangeArrowheads="1"/>
          </p:cNvSpPr>
          <p:nvPr>
            <p:ph type="sldNum" sz="quarter" idx="5"/>
          </p:nvPr>
        </p:nvSpPr>
        <p:spPr>
          <a:noFill/>
        </p:spPr>
        <p:txBody>
          <a:bodyPr/>
          <a:lstStyle/>
          <a:p>
            <a:fld id="{B5FF76F4-FC11-42FE-9D94-04E3E6D16C06}" type="slidenum">
              <a:rPr lang="en-US" smtClean="0"/>
              <a:pPr/>
              <a:t>6</a:t>
            </a:fld>
            <a:endParaRPr lang="en-US" dirty="0" smtClean="0"/>
          </a:p>
        </p:txBody>
      </p:sp>
      <p:sp>
        <p:nvSpPr>
          <p:cNvPr id="43013" name="Rectangle 2"/>
          <p:cNvSpPr>
            <a:spLocks noGrp="1" noRot="1" noChangeAspect="1" noChangeArrowheads="1" noTextEdit="1"/>
          </p:cNvSpPr>
          <p:nvPr>
            <p:ph type="sldImg"/>
          </p:nvPr>
        </p:nvSpPr>
        <p:spPr>
          <a:xfrm>
            <a:off x="1143000" y="450850"/>
            <a:ext cx="4572000" cy="3429000"/>
          </a:xfrm>
          <a:ln/>
        </p:spPr>
      </p:sp>
      <p:sp>
        <p:nvSpPr>
          <p:cNvPr id="43014" name="Rectangle 3"/>
          <p:cNvSpPr>
            <a:spLocks noGrp="1" noChangeArrowheads="1"/>
          </p:cNvSpPr>
          <p:nvPr>
            <p:ph type="body" idx="1"/>
          </p:nvPr>
        </p:nvSpPr>
        <p:spPr>
          <a:xfrm>
            <a:off x="307492" y="4130103"/>
            <a:ext cx="6261652" cy="4603230"/>
          </a:xfrm>
          <a:noFill/>
          <a:ln/>
        </p:spPr>
        <p:txBody>
          <a:bodyPr/>
          <a:lstStyle/>
          <a:p>
            <a:r>
              <a:rPr lang="en-US" dirty="0" smtClean="0"/>
              <a:t>Is your presentation as crisp as possible? Consider moving extra content to the appendix.</a:t>
            </a:r>
          </a:p>
          <a:p>
            <a:r>
              <a:rPr lang="en-US" dirty="0" smtClean="0"/>
              <a:t>Use appendix slides to store content that you might want to refer to during the Question slide or that may be useful for attendees to investigate deeper in the future.</a:t>
            </a:r>
          </a:p>
          <a:p>
            <a:pPr>
              <a:buFontTx/>
              <a:buNone/>
            </a:pPr>
            <a:endParaRPr lang="en-US" dirty="0" smtClean="0"/>
          </a:p>
          <a:p>
            <a:endParaRPr lang="en-US" dirty="0" smtClean="0"/>
          </a:p>
          <a:p>
            <a:endParaRPr lang="en-US" dirty="0" smtClean="0"/>
          </a:p>
          <a:p>
            <a:endParaRPr lang="en-US" dirty="0" smtClean="0"/>
          </a:p>
        </p:txBody>
      </p:sp>
    </p:spTree>
    <p:extLst>
      <p:ext uri="{BB962C8B-B14F-4D97-AF65-F5344CB8AC3E}">
        <p14:creationId xmlns:p14="http://schemas.microsoft.com/office/powerpoint/2010/main" xmlns="" val="41211756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Summarize presentation content by restating the important points from the lessons.</a:t>
            </a:r>
          </a:p>
          <a:p>
            <a:r>
              <a:rPr lang="en-US" dirty="0" smtClean="0"/>
              <a:t>What do you want the audience to remember when they leave your presentation?</a:t>
            </a:r>
          </a:p>
          <a:p>
            <a:endParaRPr lang="en-US" dirty="0" smtClean="0"/>
          </a:p>
          <a:p>
            <a:r>
              <a:rPr lang="en-US" dirty="0" smtClean="0"/>
              <a:t>Save your presentation to a video for easy distribution (To create a video, click the File tab, and then click Share.  Under File Types, click Create a Video.)</a:t>
            </a: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7</a:t>
            </a:fld>
            <a:endParaRPr lang="en-US" dirty="0"/>
          </a:p>
        </p:txBody>
      </p:sp>
    </p:spTree>
    <p:extLst>
      <p:ext uri="{BB962C8B-B14F-4D97-AF65-F5344CB8AC3E}">
        <p14:creationId xmlns:p14="http://schemas.microsoft.com/office/powerpoint/2010/main" xmlns="" val="22386553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Summarize presentation content by restating the important points from the lessons.</a:t>
            </a:r>
          </a:p>
          <a:p>
            <a:r>
              <a:rPr lang="en-US" dirty="0" smtClean="0"/>
              <a:t>What do you want the audience to remember when they leave your presentation?</a:t>
            </a:r>
          </a:p>
          <a:p>
            <a:endParaRPr lang="en-US" dirty="0" smtClean="0"/>
          </a:p>
          <a:p>
            <a:r>
              <a:rPr lang="en-US" dirty="0" smtClean="0"/>
              <a:t>Save your presentation to a video for easy distribution (To create a video, click the File tab, and then click Share.  Under File Types, click Create a Video.)</a:t>
            </a:r>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8</a:t>
            </a:fld>
            <a:endParaRPr lang="en-US" dirty="0"/>
          </a:p>
        </p:txBody>
      </p:sp>
    </p:spTree>
    <p:extLst>
      <p:ext uri="{BB962C8B-B14F-4D97-AF65-F5344CB8AC3E}">
        <p14:creationId xmlns:p14="http://schemas.microsoft.com/office/powerpoint/2010/main" xmlns="" val="22386553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3"/>
          <p:cNvSpPr>
            <a:spLocks noGrp="1" noChangeArrowheads="1"/>
          </p:cNvSpPr>
          <p:nvPr>
            <p:ph type="hdr" sz="quarter"/>
          </p:nvPr>
        </p:nvSpPr>
        <p:spPr>
          <a:noFill/>
        </p:spPr>
        <p:txBody>
          <a:bodyPr/>
          <a:lstStyle/>
          <a:p>
            <a:r>
              <a:rPr lang="en-US" dirty="0" smtClean="0"/>
              <a:t>Microsoft </a:t>
            </a:r>
            <a:r>
              <a:rPr lang="en-US" b="1" dirty="0" smtClean="0"/>
              <a:t>Engineering Excellence</a:t>
            </a:r>
            <a:endParaRPr lang="en-US" dirty="0" smtClean="0"/>
          </a:p>
        </p:txBody>
      </p:sp>
      <p:sp>
        <p:nvSpPr>
          <p:cNvPr id="43011" name="Rectangle 25"/>
          <p:cNvSpPr>
            <a:spLocks noGrp="1" noChangeArrowheads="1"/>
          </p:cNvSpPr>
          <p:nvPr>
            <p:ph type="ftr" sz="quarter" idx="4"/>
          </p:nvPr>
        </p:nvSpPr>
        <p:spPr>
          <a:noFill/>
        </p:spPr>
        <p:txBody>
          <a:bodyPr/>
          <a:lstStyle/>
          <a:p>
            <a:r>
              <a:rPr lang="en-US" dirty="0" smtClean="0"/>
              <a:t>Microsoft Confidential</a:t>
            </a:r>
          </a:p>
        </p:txBody>
      </p:sp>
      <p:sp>
        <p:nvSpPr>
          <p:cNvPr id="43012" name="Rectangle 26"/>
          <p:cNvSpPr>
            <a:spLocks noGrp="1" noChangeArrowheads="1"/>
          </p:cNvSpPr>
          <p:nvPr>
            <p:ph type="sldNum" sz="quarter" idx="5"/>
          </p:nvPr>
        </p:nvSpPr>
        <p:spPr>
          <a:noFill/>
        </p:spPr>
        <p:txBody>
          <a:bodyPr/>
          <a:lstStyle/>
          <a:p>
            <a:fld id="{B5FF76F4-FC11-42FE-9D94-04E3E6D16C06}" type="slidenum">
              <a:rPr lang="en-US" smtClean="0"/>
              <a:pPr/>
              <a:t>9</a:t>
            </a:fld>
            <a:endParaRPr lang="en-US" dirty="0" smtClean="0"/>
          </a:p>
        </p:txBody>
      </p:sp>
      <p:sp>
        <p:nvSpPr>
          <p:cNvPr id="43013" name="Rectangle 2"/>
          <p:cNvSpPr>
            <a:spLocks noGrp="1" noRot="1" noChangeAspect="1" noChangeArrowheads="1" noTextEdit="1"/>
          </p:cNvSpPr>
          <p:nvPr>
            <p:ph type="sldImg"/>
          </p:nvPr>
        </p:nvSpPr>
        <p:spPr>
          <a:xfrm>
            <a:off x="1143000" y="450850"/>
            <a:ext cx="4572000" cy="3429000"/>
          </a:xfrm>
          <a:ln/>
        </p:spPr>
      </p:sp>
      <p:sp>
        <p:nvSpPr>
          <p:cNvPr id="43014" name="Rectangle 3"/>
          <p:cNvSpPr>
            <a:spLocks noGrp="1" noChangeArrowheads="1"/>
          </p:cNvSpPr>
          <p:nvPr>
            <p:ph type="body" idx="1"/>
          </p:nvPr>
        </p:nvSpPr>
        <p:spPr>
          <a:xfrm>
            <a:off x="307492" y="4130103"/>
            <a:ext cx="6261652" cy="4603230"/>
          </a:xfrm>
          <a:noFill/>
          <a:ln/>
        </p:spPr>
        <p:txBody>
          <a:bodyPr/>
          <a:lstStyle/>
          <a:p>
            <a:r>
              <a:rPr lang="en-US" dirty="0" smtClean="0"/>
              <a:t>Is your presentation as crisp as possible? Consider moving extra content to the appendix.</a:t>
            </a:r>
          </a:p>
          <a:p>
            <a:r>
              <a:rPr lang="en-US" dirty="0" smtClean="0"/>
              <a:t>Use appendix slides to store content that you might want to refer to during the Question slide or that may be useful for attendees to investigate deeper in the future.</a:t>
            </a:r>
          </a:p>
          <a:p>
            <a:pPr>
              <a:buFontTx/>
              <a:buNone/>
            </a:pPr>
            <a:endParaRPr lang="en-US" dirty="0" smtClean="0"/>
          </a:p>
          <a:p>
            <a:endParaRPr lang="en-US" dirty="0" smtClean="0"/>
          </a:p>
          <a:p>
            <a:endParaRPr lang="en-US" dirty="0" smtClean="0"/>
          </a:p>
          <a:p>
            <a:endParaRPr lang="en-US" dirty="0" smtClean="0"/>
          </a:p>
        </p:txBody>
      </p:sp>
    </p:spTree>
    <p:extLst>
      <p:ext uri="{BB962C8B-B14F-4D97-AF65-F5344CB8AC3E}">
        <p14:creationId xmlns:p14="http://schemas.microsoft.com/office/powerpoint/2010/main" xmlns="" val="325677783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email">
            <a:extLst>
              <a:ext uri="{28A0092B-C50C-407E-A947-70E740481C1C}">
                <a14:useLocalDpi xmlns:a14="http://schemas.microsoft.com/office/drawing/2010/main" xmlns=""/>
              </a:ext>
            </a:extLst>
          </a:blip>
          <a:srcRect/>
          <a:stretch/>
        </p:blipFill>
        <p:spPr>
          <a:xfrm>
            <a:off x="43543" y="0"/>
            <a:ext cx="9100457" cy="6879771"/>
          </a:xfrm>
          <a:prstGeom prst="rect">
            <a:avLst/>
          </a:prstGeom>
        </p:spPr>
      </p:pic>
      <p:sp>
        <p:nvSpPr>
          <p:cNvPr id="2" name="Title 1"/>
          <p:cNvSpPr>
            <a:spLocks noGrp="1"/>
          </p:cNvSpPr>
          <p:nvPr>
            <p:ph type="ctrTitle" hasCustomPrompt="1"/>
          </p:nvPr>
        </p:nvSpPr>
        <p:spPr>
          <a:xfrm>
            <a:off x="2590800" y="2286000"/>
            <a:ext cx="6180224" cy="1470025"/>
          </a:xfrm>
        </p:spPr>
        <p:txBody>
          <a:bodyPr anchor="t"/>
          <a:lstStyle>
            <a:lvl1pPr algn="r">
              <a:defRPr b="1" cap="small" baseline="0">
                <a:solidFill>
                  <a:srgbClr val="003300"/>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3962400" y="4038600"/>
            <a:ext cx="4772528" cy="990600"/>
          </a:xfrm>
        </p:spPr>
        <p:txBody>
          <a:bodyPr>
            <a:normAutofit/>
          </a:bodyPr>
          <a:lstStyle>
            <a:lvl1pPr marL="0" indent="0" algn="r">
              <a:buNone/>
              <a:defRPr sz="2000" b="0">
                <a:solidFill>
                  <a:schemeClr val="tx1"/>
                </a:solidFill>
                <a:latin typeface="Georgia"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pic>
        <p:nvPicPr>
          <p:cNvPr id="7" name="Picture 6"/>
          <p:cNvPicPr>
            <a:picLocks noChangeAspect="1"/>
          </p:cNvPicPr>
          <p:nvPr userDrawn="1"/>
        </p:nvPicPr>
        <p:blipFill rotWithShape="1">
          <a:blip r:embed="rId3" cstate="email">
            <a:extLst>
              <a:ext uri="{28A0092B-C50C-407E-A947-70E740481C1C}">
                <a14:useLocalDpi xmlns:a14="http://schemas.microsoft.com/office/drawing/2010/main" xmlns=""/>
              </a:ext>
            </a:extLst>
          </a:blip>
          <a:srcRect/>
          <a:stretch/>
        </p:blipFill>
        <p:spPr>
          <a:xfrm>
            <a:off x="0" y="1251"/>
            <a:ext cx="3721618" cy="6858000"/>
          </a:xfrm>
          <a:prstGeom prst="rect">
            <a:avLst/>
          </a:prstGeom>
        </p:spPr>
      </p:pic>
      <p:sp>
        <p:nvSpPr>
          <p:cNvPr id="10" name="Picture Placeholder 9"/>
          <p:cNvSpPr>
            <a:spLocks noGrp="1"/>
          </p:cNvSpPr>
          <p:nvPr>
            <p:ph type="pic" sz="quarter" idx="13" hasCustomPrompt="1"/>
          </p:nvPr>
        </p:nvSpPr>
        <p:spPr>
          <a:xfrm>
            <a:off x="6858000" y="5105400"/>
            <a:ext cx="1828800" cy="990600"/>
          </a:xfrm>
        </p:spPr>
        <p:txBody>
          <a:bodyPr>
            <a:normAutofit/>
          </a:bodyPr>
          <a:lstStyle>
            <a:lvl1pPr marL="0" indent="0" algn="ctr">
              <a:buNone/>
              <a:defRPr sz="2000" baseline="0"/>
            </a:lvl1pPr>
          </a:lstStyle>
          <a:p>
            <a:r>
              <a:rPr lang="en-US" dirty="0" smtClean="0"/>
              <a:t>Company Logo</a:t>
            </a:r>
            <a:endParaRPr lang="en-US" dirty="0"/>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xmlns=""/>
              </a:ext>
            </a:extLst>
          </a:blip>
          <a:srcRect/>
          <a:stretch/>
        </p:blipFill>
        <p:spPr>
          <a:xfrm>
            <a:off x="43543" y="0"/>
            <a:ext cx="9100457" cy="6879771"/>
          </a:xfrm>
          <a:prstGeom prst="rect">
            <a:avLst/>
          </a:prstGeom>
        </p:spPr>
      </p:pic>
      <p:pic>
        <p:nvPicPr>
          <p:cNvPr id="8" name="Picture 7"/>
          <p:cNvPicPr>
            <a:picLocks noChangeAspect="1"/>
          </p:cNvPicPr>
          <p:nvPr userDrawn="1"/>
        </p:nvPicPr>
        <p:blipFill rotWithShape="1">
          <a:blip r:embed="rId3" cstate="email">
            <a:extLst>
              <a:ext uri="{28A0092B-C50C-407E-A947-70E740481C1C}">
                <a14:useLocalDpi xmlns:a14="http://schemas.microsoft.com/office/drawing/2010/main" xmlns=""/>
              </a:ext>
            </a:extLst>
          </a:blip>
          <a:srcRect/>
          <a:stretch/>
        </p:blipFill>
        <p:spPr>
          <a:xfrm rot="5400000">
            <a:off x="3161049" y="-3176815"/>
            <a:ext cx="2819400" cy="9173031"/>
          </a:xfrm>
          <a:prstGeom prst="rect">
            <a:avLst/>
          </a:prstGeom>
        </p:spPr>
      </p:pic>
      <p:sp>
        <p:nvSpPr>
          <p:cNvPr id="2" name="Title 1"/>
          <p:cNvSpPr>
            <a:spLocks noGrp="1"/>
          </p:cNvSpPr>
          <p:nvPr>
            <p:ph type="title" hasCustomPrompt="1"/>
          </p:nvPr>
        </p:nvSpPr>
        <p:spPr>
          <a:xfrm>
            <a:off x="4572000" y="3048000"/>
            <a:ext cx="4343400" cy="1362075"/>
          </a:xfrm>
        </p:spPr>
        <p:txBody>
          <a:bodyPr anchor="b" anchorCtr="0"/>
          <a:lstStyle>
            <a:lvl1pPr algn="l">
              <a:defRPr sz="4000" b="1" cap="small" baseline="0">
                <a:solidFill>
                  <a:srgbClr val="003300"/>
                </a:solidFill>
              </a:defRPr>
            </a:lvl1pPr>
          </a:lstStyle>
          <a:p>
            <a:r>
              <a:rPr lang="en-US" dirty="0" smtClean="0"/>
              <a:t>Click to edit master title style</a:t>
            </a:r>
            <a:endParaRPr lang="en-US" dirty="0"/>
          </a:p>
        </p:txBody>
      </p:sp>
      <p:sp>
        <p:nvSpPr>
          <p:cNvPr id="4" name="Date Placeholder 3"/>
          <p:cNvSpPr>
            <a:spLocks noGrp="1"/>
          </p:cNvSpPr>
          <p:nvPr>
            <p:ph type="dt" sz="half" idx="10"/>
          </p:nvPr>
        </p:nvSpPr>
        <p:spPr/>
        <p:txBody>
          <a:bodyPr/>
          <a:lstStyle/>
          <a:p>
            <a:fld id="{757B281C-5159-4971-8228-52B9A72E9ED2}" type="datetimeFigureOut">
              <a:rPr lang="en-US" smtClean="0"/>
              <a:pPr/>
              <a:t>5/21/2016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D6E5A2-EC83-451F-A719-9AC1370DD5CF}" type="slidenum">
              <a:rPr lang="en-US" smtClean="0"/>
              <a:pPr/>
              <a:t>‹#›</a:t>
            </a:fld>
            <a:endParaRPr lang="en-US" dirty="0"/>
          </a:p>
        </p:txBody>
      </p:sp>
      <p:sp>
        <p:nvSpPr>
          <p:cNvPr id="10" name="Picture Placeholder 9"/>
          <p:cNvSpPr>
            <a:spLocks noGrp="1"/>
          </p:cNvSpPr>
          <p:nvPr>
            <p:ph type="pic" sz="quarter" idx="13" hasCustomPrompt="1"/>
          </p:nvPr>
        </p:nvSpPr>
        <p:spPr>
          <a:xfrm>
            <a:off x="6781800" y="5334000"/>
            <a:ext cx="2133600" cy="990600"/>
          </a:xfrm>
        </p:spPr>
        <p:txBody>
          <a:bodyPr>
            <a:normAutofit/>
          </a:bodyPr>
          <a:lstStyle>
            <a:lvl1pPr marL="0" indent="0" algn="ctr">
              <a:buNone/>
              <a:defRPr sz="1800"/>
            </a:lvl1pPr>
          </a:lstStyle>
          <a:p>
            <a:r>
              <a:rPr lang="en-US" dirty="0" smtClean="0"/>
              <a:t>Company Logo</a:t>
            </a:r>
            <a:endParaRPr lang="en-US" dirty="0"/>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cstate="email">
            <a:lum/>
            <a:extLst>
              <a:ext uri="{28A0092B-C50C-407E-A947-70E740481C1C}">
                <a14:useLocalDpi xmlns:a14="http://schemas.microsoft.com/office/drawing/2010/main" xmlns=""/>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2000" y="269632"/>
            <a:ext cx="8077200" cy="1143000"/>
          </a:xfrm>
        </p:spPr>
        <p:txBody>
          <a:bodyPr anchor="ctr" anchorCtr="0"/>
          <a:lstStyle>
            <a:lvl1pPr algn="l">
              <a:defRPr lang="en-US" dirty="0"/>
            </a:lvl1pPr>
          </a:lstStyle>
          <a:p>
            <a:r>
              <a:rPr lang="en-US" dirty="0" smtClean="0"/>
              <a:t>Click To Edit Master Title Style</a:t>
            </a:r>
            <a:endParaRPr lang="en-US" dirty="0"/>
          </a:p>
        </p:txBody>
      </p:sp>
      <p:sp>
        <p:nvSpPr>
          <p:cNvPr id="3" name="Content Placeholder 2"/>
          <p:cNvSpPr>
            <a:spLocks noGrp="1"/>
          </p:cNvSpPr>
          <p:nvPr>
            <p:ph idx="1"/>
          </p:nvPr>
        </p:nvSpPr>
        <p:spPr>
          <a:xfrm>
            <a:off x="762000" y="1596413"/>
            <a:ext cx="8077200" cy="4297363"/>
          </a:xfrm>
        </p:spPr>
        <p:txBody>
          <a:bodyPr>
            <a:normAutofit/>
          </a:bodyPr>
          <a:lstStyle>
            <a:lvl1pPr>
              <a:defRPr sz="3200">
                <a:latin typeface="+mn-lt"/>
              </a:defRPr>
            </a:lvl1pPr>
            <a:lvl2pPr>
              <a:defRPr sz="2800">
                <a:latin typeface="+mn-lt"/>
              </a:defRPr>
            </a:lvl2pPr>
            <a:lvl3pPr>
              <a:defRPr sz="2400">
                <a:latin typeface="+mn-lt"/>
              </a:defRPr>
            </a:lvl3pPr>
            <a:lvl4pPr>
              <a:defRPr sz="2400">
                <a:latin typeface="+mn-lt"/>
              </a:defRPr>
            </a:lvl4pPr>
            <a:lvl5pPr>
              <a:defRPr sz="2400">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57B281C-5159-4971-8228-52B9A72E9ED2}" type="datetimeFigureOut">
              <a:rPr lang="en-US" smtClean="0"/>
              <a:pPr/>
              <a:t>5/21/2016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6705600" y="6356350"/>
            <a:ext cx="2133600" cy="365125"/>
          </a:xfrm>
        </p:spPr>
        <p:txBody>
          <a:bodyPr/>
          <a:lstStyle/>
          <a:p>
            <a:fld id="{33D6E5A2-EC83-451F-A719-9AC1370DD5CF}" type="slidenum">
              <a:rPr lang="en-US" smtClean="0"/>
              <a:pPr/>
              <a:t>‹#›</a:t>
            </a:fld>
            <a:endParaRPr lang="en-US" dirty="0"/>
          </a:p>
        </p:txBody>
      </p:sp>
    </p:spTree>
  </p:cSld>
  <p:clrMapOvr>
    <a:masterClrMapping/>
  </p:clrMapOvr>
  <p:transition spd="slow">
    <p:wipe dir="d"/>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8768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57B281C-5159-4971-8228-52B9A72E9ED2}" type="datetimeFigureOut">
              <a:rPr lang="en-US" smtClean="0"/>
              <a:pPr/>
              <a:t>5/21/2016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858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58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8736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8736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57B281C-5159-4971-8228-52B9A72E9ED2}" type="datetimeFigureOut">
              <a:rPr lang="en-US" smtClean="0"/>
              <a:pPr/>
              <a:t>5/21/2016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8036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858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57B281C-5159-4971-8228-52B9A72E9ED2}" type="datetimeFigureOut">
              <a:rPr lang="en-US" smtClean="0"/>
              <a:pPr/>
              <a:t>5/21/2016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57B281C-5159-4971-8228-52B9A72E9ED2}" type="datetimeFigureOut">
              <a:rPr lang="en-US" smtClean="0"/>
              <a:pPr/>
              <a:t>5/21/2016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57B281C-5159-4971-8228-52B9A72E9ED2}" type="datetimeFigureOut">
              <a:rPr lang="en-US" smtClean="0"/>
              <a:pPr/>
              <a:t>5/21/2016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762000" y="274638"/>
            <a:ext cx="5867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57B281C-5159-4971-8228-52B9A72E9ED2}" type="datetimeFigureOut">
              <a:rPr lang="en-US" smtClean="0"/>
              <a:pPr/>
              <a:t>5/21/2016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355600"/>
            <a:ext cx="8194675"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73100" y="1497013"/>
            <a:ext cx="3975100" cy="4759325"/>
          </a:xfrm>
        </p:spPr>
        <p:txBody>
          <a:bodyPr/>
          <a:lstStyle>
            <a:lvl4pPr>
              <a:defRPr baseline="0"/>
            </a:lvl4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ext Placeholder 3"/>
          <p:cNvSpPr>
            <a:spLocks noGrp="1"/>
          </p:cNvSpPr>
          <p:nvPr>
            <p:ph type="body" sz="half" idx="2"/>
          </p:nvPr>
        </p:nvSpPr>
        <p:spPr>
          <a:xfrm>
            <a:off x="4937760" y="1497013"/>
            <a:ext cx="3977640" cy="4759325"/>
          </a:xfrm>
        </p:spPr>
        <p:txBody>
          <a:bodyPr/>
          <a:lstStyle>
            <a:lvl4pPr>
              <a:defRPr baseline="0"/>
            </a:lvl4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Date Placeholder 3"/>
          <p:cNvSpPr>
            <a:spLocks noGrp="1"/>
          </p:cNvSpPr>
          <p:nvPr>
            <p:ph type="dt" sz="half" idx="10"/>
          </p:nvPr>
        </p:nvSpPr>
        <p:spPr>
          <a:xfrm>
            <a:off x="762000" y="6356350"/>
            <a:ext cx="2133600" cy="365125"/>
          </a:xfrm>
        </p:spPr>
        <p:txBody>
          <a:bodyPr/>
          <a:lstStyle/>
          <a:p>
            <a:fld id="{757B281C-5159-4971-8228-52B9A72E9ED2}" type="datetimeFigureOut">
              <a:rPr lang="en-US" smtClean="0"/>
              <a:pPr/>
              <a:t>5/21/2016</a:t>
            </a:fld>
            <a:endParaRPr lang="en-US" dirty="0"/>
          </a:p>
        </p:txBody>
      </p:sp>
      <p:sp>
        <p:nvSpPr>
          <p:cNvPr id="6" name="Footer Placeholder 4"/>
          <p:cNvSpPr>
            <a:spLocks noGrp="1"/>
          </p:cNvSpPr>
          <p:nvPr>
            <p:ph type="ftr" sz="quarter" idx="11"/>
          </p:nvPr>
        </p:nvSpPr>
        <p:spPr>
          <a:xfrm>
            <a:off x="3352800" y="6356350"/>
            <a:ext cx="2895600" cy="365125"/>
          </a:xfrm>
        </p:spPr>
        <p:txBody>
          <a:bodyPr/>
          <a:lstStyle/>
          <a:p>
            <a:endParaRPr lang="en-US" dirty="0"/>
          </a:p>
        </p:txBody>
      </p:sp>
      <p:sp>
        <p:nvSpPr>
          <p:cNvPr id="7" name="Slide Number Placeholder 5"/>
          <p:cNvSpPr>
            <a:spLocks noGrp="1"/>
          </p:cNvSpPr>
          <p:nvPr>
            <p:ph type="sldNum" sz="quarter" idx="12"/>
          </p:nvPr>
        </p:nvSpPr>
        <p:spPr>
          <a:xfrm>
            <a:off x="6705600" y="6356350"/>
            <a:ext cx="2133600" cy="365125"/>
          </a:xfrm>
        </p:spPr>
        <p:txBody>
          <a:bodyPr/>
          <a:lstStyle/>
          <a:p>
            <a:fld id="{33D6E5A2-EC83-451F-A719-9AC1370DD5CF}"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57B281C-5159-4971-8228-52B9A72E9ED2}" type="datetimeFigureOut">
              <a:rPr lang="en-US" smtClean="0"/>
              <a:pPr/>
              <a:t>5/21/2016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7B281C-5159-4971-8228-52B9A72E9ED2}" type="datetimeFigureOut">
              <a:rPr lang="en-US" smtClean="0"/>
              <a:pPr/>
              <a:t>5/21/2016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Background Only">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email">
            <a:extLst>
              <a:ext uri="{28A0092B-C50C-407E-A947-70E740481C1C}">
                <a14:useLocalDpi xmlns:a14="http://schemas.microsoft.com/office/drawing/2010/main" xmlns=""/>
              </a:ext>
            </a:extLst>
          </a:blip>
          <a:srcRect/>
          <a:stretch/>
        </p:blipFill>
        <p:spPr>
          <a:xfrm>
            <a:off x="43543" y="0"/>
            <a:ext cx="9100457" cy="6879771"/>
          </a:xfrm>
          <a:prstGeom prst="rect">
            <a:avLst/>
          </a:prstGeom>
        </p:spPr>
      </p:pic>
      <p:sp>
        <p:nvSpPr>
          <p:cNvPr id="3" name="Date Placeholder 3"/>
          <p:cNvSpPr>
            <a:spLocks noGrp="1"/>
          </p:cNvSpPr>
          <p:nvPr>
            <p:ph type="dt" sz="half" idx="10"/>
          </p:nvPr>
        </p:nvSpPr>
        <p:spPr>
          <a:xfrm>
            <a:off x="762000" y="6356350"/>
            <a:ext cx="2133600" cy="365125"/>
          </a:xfrm>
        </p:spPr>
        <p:txBody>
          <a:bodyPr/>
          <a:lstStyle/>
          <a:p>
            <a:fld id="{757B281C-5159-4971-8228-52B9A72E9ED2}" type="datetimeFigureOut">
              <a:rPr lang="en-US" smtClean="0"/>
              <a:pPr/>
              <a:t>5/21/2016</a:t>
            </a:fld>
            <a:endParaRPr lang="en-US" dirty="0"/>
          </a:p>
        </p:txBody>
      </p:sp>
      <p:sp>
        <p:nvSpPr>
          <p:cNvPr id="4" name="Footer Placeholder 4"/>
          <p:cNvSpPr>
            <a:spLocks noGrp="1"/>
          </p:cNvSpPr>
          <p:nvPr>
            <p:ph type="ftr" sz="quarter" idx="11"/>
          </p:nvPr>
        </p:nvSpPr>
        <p:spPr>
          <a:xfrm>
            <a:off x="3352800" y="6356350"/>
            <a:ext cx="2895600" cy="365125"/>
          </a:xfrm>
        </p:spPr>
        <p:txBody>
          <a:bodyPr/>
          <a:lstStyle/>
          <a:p>
            <a:endParaRPr lang="en-US" dirty="0"/>
          </a:p>
        </p:txBody>
      </p:sp>
      <p:sp>
        <p:nvSpPr>
          <p:cNvPr id="5" name="Slide Number Placeholder 5"/>
          <p:cNvSpPr>
            <a:spLocks noGrp="1"/>
          </p:cNvSpPr>
          <p:nvPr>
            <p:ph type="sldNum" sz="quarter" idx="12"/>
          </p:nvPr>
        </p:nvSpPr>
        <p:spPr>
          <a:xfrm>
            <a:off x="6705600" y="6356350"/>
            <a:ext cx="2133600" cy="365125"/>
          </a:xfrm>
        </p:spPr>
        <p:txBody>
          <a:bodyPr/>
          <a:lstStyle/>
          <a:p>
            <a:fld id="{33D6E5A2-EC83-451F-A719-9AC1370DD5CF}" type="slidenum">
              <a:rPr lang="en-US" smtClean="0"/>
              <a:pPr/>
              <a:t>‹#›</a:t>
            </a:fld>
            <a:endParaRPr lang="en-US" dirty="0"/>
          </a:p>
        </p:txBody>
      </p:sp>
    </p:spTree>
  </p:cSld>
  <p:clrMapOvr>
    <a:masterClrMapping/>
  </p:clrMapOvr>
  <p:transition spd="slow">
    <p:wipe dir="d"/>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15" cstate="email">
            <a:extLst>
              <a:ext uri="{28A0092B-C50C-407E-A947-70E740481C1C}">
                <a14:useLocalDpi xmlns:a14="http://schemas.microsoft.com/office/drawing/2010/main" xmlns=""/>
              </a:ext>
            </a:extLst>
          </a:blip>
          <a:srcRect/>
          <a:stretch/>
        </p:blipFill>
        <p:spPr>
          <a:xfrm>
            <a:off x="43543" y="0"/>
            <a:ext cx="9100457" cy="6879771"/>
          </a:xfrm>
          <a:prstGeom prst="rect">
            <a:avLst/>
          </a:prstGeom>
        </p:spPr>
      </p:pic>
      <p:sp>
        <p:nvSpPr>
          <p:cNvPr id="2" name="Title Placeholder 1"/>
          <p:cNvSpPr>
            <a:spLocks noGrp="1"/>
          </p:cNvSpPr>
          <p:nvPr>
            <p:ph type="title"/>
          </p:nvPr>
        </p:nvSpPr>
        <p:spPr>
          <a:xfrm>
            <a:off x="762000" y="274638"/>
            <a:ext cx="8077200" cy="11430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762000" y="1600200"/>
            <a:ext cx="80772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20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7B281C-5159-4971-8228-52B9A72E9ED2}" type="datetimeFigureOut">
              <a:rPr lang="en-US" smtClean="0"/>
              <a:pPr/>
              <a:t>5/21/2016</a:t>
            </a:fld>
            <a:endParaRPr lang="en-US" dirty="0"/>
          </a:p>
        </p:txBody>
      </p:sp>
      <p:sp>
        <p:nvSpPr>
          <p:cNvPr id="5" name="Footer Placeholder 4"/>
          <p:cNvSpPr>
            <a:spLocks noGrp="1"/>
          </p:cNvSpPr>
          <p:nvPr>
            <p:ph type="ftr" sz="quarter" idx="3"/>
          </p:nvPr>
        </p:nvSpPr>
        <p:spPr>
          <a:xfrm>
            <a:off x="33528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7056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D6E5A2-EC83-451F-A719-9AC1370DD5CF}" type="slidenum">
              <a:rPr lang="en-US" smtClean="0"/>
              <a:pPr/>
              <a:t>‹#›</a:t>
            </a:fld>
            <a:endParaRPr lang="en-US" dirty="0"/>
          </a:p>
        </p:txBody>
      </p:sp>
      <p:pic>
        <p:nvPicPr>
          <p:cNvPr id="8" name="Picture 7"/>
          <p:cNvPicPr>
            <a:picLocks noChangeAspect="1"/>
          </p:cNvPicPr>
          <p:nvPr/>
        </p:nvPicPr>
        <p:blipFill rotWithShape="1">
          <a:blip r:embed="rId16" cstate="email">
            <a:extLst>
              <a:ext uri="{28A0092B-C50C-407E-A947-70E740481C1C}">
                <a14:useLocalDpi xmlns:a14="http://schemas.microsoft.com/office/drawing/2010/main" xmlns=""/>
              </a:ext>
            </a:extLst>
          </a:blip>
          <a:srcRect/>
          <a:stretch/>
        </p:blipFill>
        <p:spPr>
          <a:xfrm>
            <a:off x="-152400" y="-109183"/>
            <a:ext cx="818707" cy="708318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2" r:id="rId4"/>
    <p:sldLayoutId id="2147483653" r:id="rId5"/>
    <p:sldLayoutId id="2147483656" r:id="rId6"/>
    <p:sldLayoutId id="2147483657" r:id="rId7"/>
    <p:sldLayoutId id="2147483658" r:id="rId8"/>
    <p:sldLayoutId id="2147483659" r:id="rId9"/>
    <p:sldLayoutId id="2147483662" r:id="rId10"/>
    <p:sldLayoutId id="2147483654" r:id="rId11"/>
    <p:sldLayoutId id="2147483655" r:id="rId12"/>
    <p:sldLayoutId id="2147483663" r:id="rId13"/>
  </p:sldLayoutIdLst>
  <p:transition spd="slow">
    <p:wipe dir="d"/>
  </p:transition>
  <p:timing>
    <p:tnLst>
      <p:par>
        <p:cTn id="1" dur="indefinite" restart="never" nodeType="tmRoot"/>
      </p:par>
    </p:tnLst>
  </p:timing>
  <p:txStyles>
    <p:titleStyle>
      <a:lvl1pPr algn="l" defTabSz="914400" rtl="0" eaLnBrk="1" latinLnBrk="0" hangingPunct="1">
        <a:spcBef>
          <a:spcPct val="0"/>
        </a:spcBef>
        <a:buNone/>
        <a:defRPr lang="en-US" sz="4400" kern="1200" dirty="0" smtClean="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comments" Target="../comments/comment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6.jpeg"/><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7.jpeg"/><Relationship Id="rId5" Type="http://schemas.openxmlformats.org/officeDocument/2006/relationships/notesSlide" Target="../notesSlides/notesSlide3.xml"/><Relationship Id="rId4"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comments" Target="../comments/comment2.xml"/><Relationship Id="rId4"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10.jpeg"/><Relationship Id="rId5" Type="http://schemas.openxmlformats.org/officeDocument/2006/relationships/notesSlide" Target="../notesSlides/notesSlide5.xml"/><Relationship Id="rId4"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tags" Target="../tags/tag13.xml"/><Relationship Id="rId7" Type="http://schemas.openxmlformats.org/officeDocument/2006/relationships/hyperlink" Target="https://technet.microsoft.com/en-us/library/ms177410%28v=sql.105%29.aspx" TargetMode="External"/><Relationship Id="rId2" Type="http://schemas.openxmlformats.org/officeDocument/2006/relationships/tags" Target="../tags/tag12.xml"/><Relationship Id="rId1" Type="http://schemas.openxmlformats.org/officeDocument/2006/relationships/vmlDrawing" Target="../drawings/vmlDrawing1.vml"/><Relationship Id="rId6" Type="http://schemas.openxmlformats.org/officeDocument/2006/relationships/notesSlide" Target="../notesSlides/notesSlide6.xml"/><Relationship Id="rId5" Type="http://schemas.openxmlformats.org/officeDocument/2006/relationships/slideLayout" Target="../slideLayouts/slideLayout3.xml"/><Relationship Id="rId4" Type="http://schemas.openxmlformats.org/officeDocument/2006/relationships/tags" Target="../tags/tag14.xml"/><Relationship Id="rId9"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xml"/><Relationship Id="rId1" Type="http://schemas.openxmlformats.org/officeDocument/2006/relationships/tags" Target="../tags/tag15.xml"/><Relationship Id="rId5" Type="http://schemas.openxmlformats.org/officeDocument/2006/relationships/comments" Target="../comments/comment3.xml"/><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828800" y="2286000"/>
            <a:ext cx="6942224" cy="1470025"/>
          </a:xfrm>
        </p:spPr>
        <p:txBody>
          <a:bodyPr/>
          <a:lstStyle/>
          <a:p>
            <a:r>
              <a:rPr lang="en-US" dirty="0" smtClean="0"/>
              <a:t>Talent Development Program</a:t>
            </a:r>
            <a:endParaRPr lang="en-US" dirty="0"/>
          </a:p>
        </p:txBody>
      </p:sp>
      <p:sp>
        <p:nvSpPr>
          <p:cNvPr id="3" name="Subtitle 2"/>
          <p:cNvSpPr>
            <a:spLocks noGrp="1"/>
          </p:cNvSpPr>
          <p:nvPr>
            <p:ph type="subTitle" idx="1"/>
            <p:custDataLst>
              <p:tags r:id="rId3"/>
            </p:custDataLst>
          </p:nvPr>
        </p:nvSpPr>
        <p:spPr>
          <a:xfrm>
            <a:off x="3429000" y="4038600"/>
            <a:ext cx="5305928" cy="990600"/>
          </a:xfrm>
        </p:spPr>
        <p:txBody>
          <a:bodyPr>
            <a:normAutofit fontScale="85000" lnSpcReduction="20000"/>
          </a:bodyPr>
          <a:lstStyle/>
          <a:p>
            <a:r>
              <a:rPr lang="en-US" sz="2400" dirty="0" smtClean="0">
                <a:latin typeface="+mn-lt"/>
              </a:rPr>
              <a:t>Module 2 : T-SQL</a:t>
            </a:r>
          </a:p>
          <a:p>
            <a:r>
              <a:rPr lang="en-US" sz="2400" dirty="0" smtClean="0">
                <a:latin typeface="+mn-lt"/>
              </a:rPr>
              <a:t>Session </a:t>
            </a:r>
            <a:r>
              <a:rPr lang="en-US" sz="2400" dirty="0" smtClean="0">
                <a:latin typeface="+mn-lt"/>
              </a:rPr>
              <a:t>13: </a:t>
            </a:r>
            <a:r>
              <a:rPr lang="en-US" sz="2400" dirty="0" smtClean="0">
                <a:latin typeface="+mn-lt"/>
              </a:rPr>
              <a:t>Part 2</a:t>
            </a:r>
          </a:p>
          <a:p>
            <a:r>
              <a:rPr lang="en-US" sz="2400" dirty="0" smtClean="0">
                <a:latin typeface="+mn-lt"/>
              </a:rPr>
              <a:t>PIVOT &amp; UNPIVOT Data</a:t>
            </a:r>
            <a:endParaRPr lang="en-US" sz="2400" dirty="0">
              <a:latin typeface="+mn-lt"/>
            </a:endParaRPr>
          </a:p>
        </p:txBody>
      </p:sp>
      <p:pic>
        <p:nvPicPr>
          <p:cNvPr id="4" name="Picture 3"/>
          <p:cNvPicPr>
            <a:picLocks noChangeAspect="1"/>
          </p:cNvPicPr>
          <p:nvPr/>
        </p:nvPicPr>
        <p:blipFill>
          <a:blip r:embed="rId6">
            <a:extLst>
              <a:ext uri="{28A0092B-C50C-407E-A947-70E740481C1C}">
                <a14:useLocalDpi xmlns:a14="http://schemas.microsoft.com/office/drawing/2010/main" xmlns="" val="0"/>
              </a:ext>
            </a:extLst>
          </a:blip>
          <a:stretch>
            <a:fillRect/>
          </a:stretch>
        </p:blipFill>
        <p:spPr>
          <a:xfrm>
            <a:off x="5877428" y="228600"/>
            <a:ext cx="2857500" cy="1162050"/>
          </a:xfrm>
          <a:prstGeom prst="rect">
            <a:avLst/>
          </a:prstGeom>
          <a:effectLst/>
        </p:spPr>
      </p:pic>
    </p:spTree>
    <p:custDataLst>
      <p:tags r:id="rId1"/>
    </p:custDataLst>
  </p:cSld>
  <p:clrMapOvr>
    <a:masterClrMapping/>
  </p:clrMapOvr>
  <p:transition spd="slow">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extLst>
              <p:ext uri="{D42A27DB-BD31-4B8C-83A1-F6EECF244321}">
                <p14:modId xmlns:p14="http://schemas.microsoft.com/office/powerpoint/2010/main" xmlns="" val="3309777303"/>
              </p:ext>
            </p:extLst>
          </p:nvPr>
        </p:nvGraphicFramePr>
        <p:xfrm>
          <a:off x="1828800" y="175260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p:cNvSpPr>
            <a:spLocks noGrp="1"/>
          </p:cNvSpPr>
          <p:nvPr>
            <p:ph type="title"/>
          </p:nvPr>
        </p:nvSpPr>
        <p:spPr>
          <a:xfrm>
            <a:off x="841248" y="301752"/>
            <a:ext cx="8077200" cy="1143000"/>
          </a:xfrm>
        </p:spPr>
        <p:txBody>
          <a:bodyPr/>
          <a:lstStyle/>
          <a:p>
            <a:r>
              <a:rPr lang="en-US" dirty="0" smtClean="0"/>
              <a:t>Session Overview</a:t>
            </a:r>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graphicEl>
                                              <a:dgm id="{7E429971-BC57-430F-BB25-C0574E5E39E3}"/>
                                            </p:graphicEl>
                                          </p:spTgt>
                                        </p:tgtEl>
                                        <p:attrNameLst>
                                          <p:attrName>style.visibility</p:attrName>
                                        </p:attrNameLst>
                                      </p:cBhvr>
                                      <p:to>
                                        <p:strVal val="visible"/>
                                      </p:to>
                                    </p:set>
                                    <p:animEffect transition="in" filter="wipe(left)">
                                      <p:cBhvr>
                                        <p:cTn id="7" dur="500"/>
                                        <p:tgtEl>
                                          <p:spTgt spid="3">
                                            <p:graphicEl>
                                              <a:dgm id="{7E429971-BC57-430F-BB25-C0574E5E39E3}"/>
                                            </p:graphic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graphicEl>
                                              <a:dgm id="{D54B1729-BC98-42C1-9C6C-D65DCBA4358F}"/>
                                            </p:graphicEl>
                                          </p:spTgt>
                                        </p:tgtEl>
                                        <p:attrNameLst>
                                          <p:attrName>style.visibility</p:attrName>
                                        </p:attrNameLst>
                                      </p:cBhvr>
                                      <p:to>
                                        <p:strVal val="visible"/>
                                      </p:to>
                                    </p:set>
                                    <p:animEffect transition="in" filter="wipe(left)">
                                      <p:cBhvr>
                                        <p:cTn id="11" dur="500"/>
                                        <p:tgtEl>
                                          <p:spTgt spid="3">
                                            <p:graphicEl>
                                              <a:dgm id="{D54B1729-BC98-42C1-9C6C-D65DCBA4358F}"/>
                                            </p:graphic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graphicEl>
                                              <a:dgm id="{C04276DC-EE64-470A-B8BC-09067B8045FA}"/>
                                            </p:graphicEl>
                                          </p:spTgt>
                                        </p:tgtEl>
                                        <p:attrNameLst>
                                          <p:attrName>style.visibility</p:attrName>
                                        </p:attrNameLst>
                                      </p:cBhvr>
                                      <p:to>
                                        <p:strVal val="visible"/>
                                      </p:to>
                                    </p:set>
                                    <p:animEffect transition="in" filter="wipe(left)">
                                      <p:cBhvr>
                                        <p:cTn id="15" dur="500"/>
                                        <p:tgtEl>
                                          <p:spTgt spid="3">
                                            <p:graphicEl>
                                              <a:dgm id="{C04276DC-EE64-470A-B8BC-09067B8045FA}"/>
                                            </p:graphic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graphicEl>
                                              <a:dgm id="{B37A5355-225B-4C6F-AED7-6C620F99EECC}"/>
                                            </p:graphicEl>
                                          </p:spTgt>
                                        </p:tgtEl>
                                        <p:attrNameLst>
                                          <p:attrName>style.visibility</p:attrName>
                                        </p:attrNameLst>
                                      </p:cBhvr>
                                      <p:to>
                                        <p:strVal val="visible"/>
                                      </p:to>
                                    </p:set>
                                    <p:animEffect transition="in" filter="wipe(left)">
                                      <p:cBhvr>
                                        <p:cTn id="19" dur="500"/>
                                        <p:tgtEl>
                                          <p:spTgt spid="3">
                                            <p:graphicEl>
                                              <a:dgm id="{B37A5355-225B-4C6F-AED7-6C620F99EECC}"/>
                                            </p:graphic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graphicEl>
                                              <a:dgm id="{F5034101-5B7D-4FE7-B47A-5A48CF39606B}"/>
                                            </p:graphicEl>
                                          </p:spTgt>
                                        </p:tgtEl>
                                        <p:attrNameLst>
                                          <p:attrName>style.visibility</p:attrName>
                                        </p:attrNameLst>
                                      </p:cBhvr>
                                      <p:to>
                                        <p:strVal val="visible"/>
                                      </p:to>
                                    </p:set>
                                    <p:animEffect transition="in" filter="wipe(left)">
                                      <p:cBhvr>
                                        <p:cTn id="23" dur="500"/>
                                        <p:tgtEl>
                                          <p:spTgt spid="3">
                                            <p:graphicEl>
                                              <a:dgm id="{F5034101-5B7D-4FE7-B47A-5A48CF39606B}"/>
                                            </p:graphic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
                                            <p:graphicEl>
                                              <a:dgm id="{C7C3E6FD-D83F-4BDA-907E-B5EE041DA931}"/>
                                            </p:graphicEl>
                                          </p:spTgt>
                                        </p:tgtEl>
                                        <p:attrNameLst>
                                          <p:attrName>style.visibility</p:attrName>
                                        </p:attrNameLst>
                                      </p:cBhvr>
                                      <p:to>
                                        <p:strVal val="visible"/>
                                      </p:to>
                                    </p:set>
                                    <p:animEffect transition="in" filter="wipe(left)">
                                      <p:cBhvr>
                                        <p:cTn id="27" dur="500"/>
                                        <p:tgtEl>
                                          <p:spTgt spid="3">
                                            <p:graphicEl>
                                              <a:dgm id="{C7C3E6FD-D83F-4BDA-907E-B5EE041DA931}"/>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uiExpand="1">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306168"/>
            <a:ext cx="8077200" cy="1143000"/>
          </a:xfrm>
        </p:spPr>
        <p:txBody>
          <a:bodyPr/>
          <a:lstStyle/>
          <a:p>
            <a:r>
              <a:rPr lang="en-US" dirty="0" smtClean="0"/>
              <a:t>Learning Objectives</a:t>
            </a:r>
            <a:endParaRPr lang="en-US" dirty="0"/>
          </a:p>
        </p:txBody>
      </p:sp>
      <p:sp>
        <p:nvSpPr>
          <p:cNvPr id="3" name="Content Placeholder 2"/>
          <p:cNvSpPr>
            <a:spLocks noGrp="1"/>
          </p:cNvSpPr>
          <p:nvPr>
            <p:ph sz="half" idx="1"/>
            <p:custDataLst>
              <p:tags r:id="rId3"/>
            </p:custDataLst>
          </p:nvPr>
        </p:nvSpPr>
        <p:spPr>
          <a:xfrm>
            <a:off x="838200" y="1524000"/>
            <a:ext cx="3733800" cy="4525963"/>
          </a:xfrm>
        </p:spPr>
        <p:txBody>
          <a:bodyPr>
            <a:normAutofit/>
          </a:bodyPr>
          <a:lstStyle/>
          <a:p>
            <a:r>
              <a:rPr lang="en-US" sz="3200" dirty="0" smtClean="0"/>
              <a:t>Understand </a:t>
            </a:r>
            <a:r>
              <a:rPr lang="en-US" sz="3200" dirty="0" smtClean="0"/>
              <a:t>how PIVOT and UNPIVOT works</a:t>
            </a:r>
          </a:p>
          <a:p>
            <a:r>
              <a:rPr lang="en-US" sz="3200" dirty="0" smtClean="0"/>
              <a:t>What ar</a:t>
            </a:r>
            <a:r>
              <a:rPr lang="en-US" sz="3200" dirty="0" smtClean="0"/>
              <a:t>e the ways to achieve the same results</a:t>
            </a:r>
            <a:endParaRPr lang="en-US" sz="3200" dirty="0" smtClean="0"/>
          </a:p>
        </p:txBody>
      </p:sp>
      <p:pic>
        <p:nvPicPr>
          <p:cNvPr id="4" name="Picture 3"/>
          <p:cNvPicPr>
            <a:picLocks noChangeAspect="1"/>
          </p:cNvPicPr>
          <p:nvPr/>
        </p:nvPicPr>
        <p:blipFill>
          <a:blip r:embed="rId6" cstate="email">
            <a:extLst>
              <a:ext uri="{28A0092B-C50C-407E-A947-70E740481C1C}">
                <a14:useLocalDpi xmlns:a14="http://schemas.microsoft.com/office/drawing/2010/main" xmlns="" val="0"/>
              </a:ext>
            </a:extLst>
          </a:blip>
          <a:stretch>
            <a:fillRect/>
          </a:stretch>
        </p:blipFill>
        <p:spPr>
          <a:xfrm>
            <a:off x="5410200" y="1449168"/>
            <a:ext cx="3200400" cy="479825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ustDataLst>
      <p:tags r:id="rId1"/>
    </p:custData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par>
                                <p:cTn id="8" presetID="1" presetClass="path" presetSubtype="0" accel="50000" decel="50000" fill="hold" nodeType="withEffect">
                                  <p:stCondLst>
                                    <p:cond delay="0"/>
                                  </p:stCondLst>
                                  <p:childTnLst>
                                    <p:animMotion origin="layout" path="M 3.61111E-6 -4.07407E-6 C 0.02309 -4.07407E-6 0.04184 0.02477 0.04184 0.05533 C 0.04184 0.08612 0.02309 0.11112 3.61111E-6 0.11112 C -0.02292 0.11112 -0.0415 0.08612 -0.0415 0.05533 C -0.0415 0.02477 -0.02292 -4.07407E-6 3.61111E-6 -4.07407E-6 Z " pathEditMode="relative" rAng="0" ptsTypes="fffff">
                                      <p:cBhvr>
                                        <p:cTn id="9" dur="2000" fill="hold"/>
                                        <p:tgtEl>
                                          <p:spTgt spid="4"/>
                                        </p:tgtEl>
                                        <p:attrNameLst>
                                          <p:attrName>ppt_x</p:attrName>
                                          <p:attrName>ppt_y</p:attrName>
                                        </p:attrNameLst>
                                      </p:cBhvr>
                                      <p:rCtr x="0" y="56"/>
                                    </p:animMotion>
                                  </p:childTnLst>
                                </p:cTn>
                              </p:par>
                              <p:par>
                                <p:cTn id="10" presetID="42" presetClass="entr" presetSubtype="0" fill="hold" grpId="0" nodeType="with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1000"/>
                                        <p:tgtEl>
                                          <p:spTgt spid="3">
                                            <p:txEl>
                                              <p:pRg st="1" end="1"/>
                                            </p:txEl>
                                          </p:spTgt>
                                        </p:tgtEl>
                                      </p:cBhvr>
                                    </p:animEffect>
                                    <p:anim calcmode="lin" valueType="num">
                                      <p:cBhvr>
                                        <p:cTn id="1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mtClean="0"/>
              <a:t>Sales Data</a:t>
            </a:r>
            <a:endParaRPr lang="en-US" dirty="0"/>
          </a:p>
        </p:txBody>
      </p:sp>
      <p:pic>
        <p:nvPicPr>
          <p:cNvPr id="2050" name="Picture 2"/>
          <p:cNvPicPr>
            <a:picLocks noGrp="1" noChangeAspect="1" noChangeArrowheads="1"/>
          </p:cNvPicPr>
          <p:nvPr>
            <p:ph sz="half" idx="1"/>
          </p:nvPr>
        </p:nvPicPr>
        <p:blipFill>
          <a:blip r:embed="rId2"/>
          <a:srcRect/>
          <a:stretch>
            <a:fillRect/>
          </a:stretch>
        </p:blipFill>
        <p:spPr bwMode="auto">
          <a:xfrm>
            <a:off x="609600" y="1752600"/>
            <a:ext cx="8257123" cy="2743200"/>
          </a:xfrm>
          <a:prstGeom prst="rect">
            <a:avLst/>
          </a:prstGeom>
          <a:noFill/>
          <a:ln w="9525">
            <a:noFill/>
            <a:miter lim="800000"/>
            <a:headEnd/>
            <a:tailEnd/>
          </a:ln>
          <a:effectLst/>
        </p:spPr>
      </p:pic>
    </p:spTree>
  </p:cSld>
  <p:clrMapOvr>
    <a:masterClrMapping/>
  </p:clrMapOvr>
  <p:transition spd="slow">
    <p:wipe dir="d"/>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Relational Operators</a:t>
            </a:r>
            <a:endParaRPr lang="en-US" dirty="0"/>
          </a:p>
        </p:txBody>
      </p:sp>
      <p:sp>
        <p:nvSpPr>
          <p:cNvPr id="4" name="Content Placeholder 3"/>
          <p:cNvSpPr>
            <a:spLocks noGrp="1"/>
          </p:cNvSpPr>
          <p:nvPr>
            <p:ph sz="half" idx="1"/>
          </p:nvPr>
        </p:nvSpPr>
        <p:spPr/>
        <p:txBody>
          <a:bodyPr>
            <a:normAutofit fontScale="70000" lnSpcReduction="20000"/>
          </a:bodyPr>
          <a:lstStyle/>
          <a:p>
            <a:r>
              <a:rPr lang="en-US" dirty="0" smtClean="0"/>
              <a:t>PIVOT </a:t>
            </a:r>
            <a:r>
              <a:rPr lang="en-US" dirty="0" smtClean="0"/>
              <a:t>and UNPIVOT </a:t>
            </a:r>
            <a:r>
              <a:rPr lang="en-US" dirty="0" smtClean="0"/>
              <a:t>are relational </a:t>
            </a:r>
            <a:r>
              <a:rPr lang="en-US" dirty="0" smtClean="0"/>
              <a:t>operators to change a table-valued expression into another table. </a:t>
            </a:r>
            <a:endParaRPr lang="en-US" dirty="0" smtClean="0"/>
          </a:p>
          <a:p>
            <a:r>
              <a:rPr lang="en-US" dirty="0" smtClean="0"/>
              <a:t>PIVOT </a:t>
            </a:r>
            <a:r>
              <a:rPr lang="en-US" dirty="0" smtClean="0"/>
              <a:t>rotates a table-valued expression by turning the unique values from one column in the expression into multiple columns in the output, and performs aggregations where they are required on any remaining column values that are wanted in the final output. </a:t>
            </a:r>
            <a:endParaRPr lang="en-US" dirty="0" smtClean="0"/>
          </a:p>
          <a:p>
            <a:r>
              <a:rPr lang="en-US" dirty="0" smtClean="0"/>
              <a:t>UNPIVOT </a:t>
            </a:r>
            <a:r>
              <a:rPr lang="en-US" dirty="0" smtClean="0"/>
              <a:t>performs the opposite operation to PIVOT by rotating columns of a table-valued expression into column values.</a:t>
            </a:r>
            <a:endParaRPr lang="en-US" dirty="0"/>
          </a:p>
        </p:txBody>
      </p:sp>
      <p:pic>
        <p:nvPicPr>
          <p:cNvPr id="1026" name="Picture 2"/>
          <p:cNvPicPr>
            <a:picLocks noGrp="1" noChangeAspect="1" noChangeArrowheads="1"/>
          </p:cNvPicPr>
          <p:nvPr>
            <p:ph sz="half" idx="2"/>
          </p:nvPr>
        </p:nvPicPr>
        <p:blipFill>
          <a:blip r:embed="rId2"/>
          <a:srcRect/>
          <a:stretch>
            <a:fillRect/>
          </a:stretch>
        </p:blipFill>
        <p:spPr bwMode="auto">
          <a:xfrm>
            <a:off x="5553243" y="2582229"/>
            <a:ext cx="2685714" cy="2561905"/>
          </a:xfrm>
          <a:prstGeom prst="rect">
            <a:avLst/>
          </a:prstGeom>
          <a:noFill/>
          <a:ln w="9525">
            <a:noFill/>
            <a:miter lim="800000"/>
            <a:headEnd/>
            <a:tailEnd/>
          </a:ln>
          <a:effectLst/>
        </p:spPr>
      </p:pic>
    </p:spTree>
    <p:extLst>
      <p:ext uri="{BB962C8B-B14F-4D97-AF65-F5344CB8AC3E}">
        <p14:creationId xmlns:p14="http://schemas.microsoft.com/office/powerpoint/2010/main" xmlns="" val="1988631690"/>
      </p:ext>
    </p:extLst>
  </p:cSld>
  <p:clrMapOvr>
    <a:masterClrMapping/>
  </p:clrMapOvr>
  <p:transition spd="slow">
    <p:wipe dir="d"/>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594" name="Rectangle 2"/>
          <p:cNvSpPr>
            <a:spLocks noGrp="1" noChangeArrowheads="1"/>
          </p:cNvSpPr>
          <p:nvPr>
            <p:ph type="title"/>
            <p:custDataLst>
              <p:tags r:id="rId2"/>
            </p:custDataLst>
          </p:nvPr>
        </p:nvSpPr>
        <p:spPr/>
        <p:txBody>
          <a:bodyPr/>
          <a:lstStyle/>
          <a:p>
            <a:pPr>
              <a:defRPr/>
            </a:pPr>
            <a:r>
              <a:rPr lang="en-US" dirty="0" smtClean="0"/>
              <a:t>Questions?</a:t>
            </a:r>
          </a:p>
        </p:txBody>
      </p:sp>
    </p:spTree>
    <p:custDataLst>
      <p:tags r:id="rId1"/>
    </p:custDataLst>
    <p:extLst>
      <p:ext uri="{BB962C8B-B14F-4D97-AF65-F5344CB8AC3E}">
        <p14:creationId xmlns:p14="http://schemas.microsoft.com/office/powerpoint/2010/main" xmlns="" val="3569682192"/>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smtClean="0"/>
              <a:t>Summary</a:t>
            </a:r>
            <a:endParaRPr lang="en-US" dirty="0"/>
          </a:p>
        </p:txBody>
      </p:sp>
      <p:sp>
        <p:nvSpPr>
          <p:cNvPr id="3" name="Content Placeholder 2"/>
          <p:cNvSpPr>
            <a:spLocks noGrp="1"/>
          </p:cNvSpPr>
          <p:nvPr>
            <p:ph idx="1"/>
            <p:custDataLst>
              <p:tags r:id="rId3"/>
            </p:custDataLst>
          </p:nvPr>
        </p:nvSpPr>
        <p:spPr>
          <a:xfrm>
            <a:off x="762000" y="1596413"/>
            <a:ext cx="4876800" cy="4774842"/>
          </a:xfrm>
        </p:spPr>
        <p:txBody>
          <a:bodyPr>
            <a:normAutofit/>
          </a:bodyPr>
          <a:lstStyle/>
          <a:p>
            <a:r>
              <a:rPr lang="en-US" dirty="0" smtClean="0"/>
              <a:t>Discuss PIVOT and UNIPIVOT data using relational operators and with out using relational operators</a:t>
            </a:r>
          </a:p>
          <a:p>
            <a:r>
              <a:rPr lang="en-US" dirty="0" smtClean="0"/>
              <a:t>Write code for the same</a:t>
            </a:r>
            <a:endParaRPr lang="en-US" dirty="0" smtClean="0"/>
          </a:p>
        </p:txBody>
      </p:sp>
      <p:pic>
        <p:nvPicPr>
          <p:cNvPr id="4" name="Picture 3"/>
          <p:cNvPicPr>
            <a:picLocks noChangeAspect="1"/>
          </p:cNvPicPr>
          <p:nvPr/>
        </p:nvPicPr>
        <p:blipFill>
          <a:blip r:embed="rId6" cstate="email">
            <a:extLst>
              <a:ext uri="{28A0092B-C50C-407E-A947-70E740481C1C}">
                <a14:useLocalDpi xmlns:a14="http://schemas.microsoft.com/office/drawing/2010/main" xmlns="" val="0"/>
              </a:ext>
            </a:extLst>
          </a:blip>
          <a:stretch>
            <a:fillRect/>
          </a:stretch>
        </p:blipFill>
        <p:spPr>
          <a:xfrm>
            <a:off x="5638800" y="1596413"/>
            <a:ext cx="3183228" cy="4774842"/>
          </a:xfrm>
          <a:prstGeom prst="rect">
            <a:avLst/>
          </a:prstGeom>
        </p:spPr>
      </p:pic>
    </p:spTree>
    <p:custDataLst>
      <p:tags r:id="rId1"/>
    </p:custDataLst>
  </p:cSld>
  <p:clrMapOvr>
    <a:masterClrMapping/>
  </p:clrMapOvr>
  <p:transition spd="slow">
    <p:wipe dir="d"/>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3"/>
            </p:custDataLst>
          </p:nvPr>
        </p:nvSpPr>
        <p:spPr/>
        <p:txBody>
          <a:bodyPr/>
          <a:lstStyle/>
          <a:p>
            <a:r>
              <a:rPr smtClean="0"/>
              <a:t>Resources</a:t>
            </a:r>
            <a:endParaRPr lang="en-US" dirty="0"/>
          </a:p>
        </p:txBody>
      </p:sp>
      <p:sp>
        <p:nvSpPr>
          <p:cNvPr id="3" name="Content Placeholder 2"/>
          <p:cNvSpPr>
            <a:spLocks noGrp="1"/>
          </p:cNvSpPr>
          <p:nvPr>
            <p:ph idx="1"/>
            <p:custDataLst>
              <p:tags r:id="rId4"/>
            </p:custDataLst>
          </p:nvPr>
        </p:nvSpPr>
        <p:spPr>
          <a:xfrm>
            <a:off x="762000" y="1596413"/>
            <a:ext cx="4876800" cy="4774842"/>
          </a:xfrm>
        </p:spPr>
        <p:txBody>
          <a:bodyPr>
            <a:normAutofit/>
          </a:bodyPr>
          <a:lstStyle/>
          <a:p>
            <a:r>
              <a:rPr lang="en-US" sz="2400" dirty="0" smtClean="0">
                <a:hlinkClick r:id="rId7"/>
              </a:rPr>
              <a:t>https://</a:t>
            </a:r>
            <a:r>
              <a:rPr lang="en-US" sz="2400" dirty="0" smtClean="0">
                <a:hlinkClick r:id="rId7"/>
              </a:rPr>
              <a:t>technet.microsoft.com/en-us/library/ms177410%28v=sql.105%29.aspx</a:t>
            </a:r>
            <a:endParaRPr lang="en-US" sz="2400" dirty="0" smtClean="0"/>
          </a:p>
          <a:p>
            <a:r>
              <a:rPr lang="en-US" sz="2400" dirty="0" smtClean="0"/>
              <a:t>Sample Code used in presentation</a:t>
            </a:r>
          </a:p>
          <a:p>
            <a:endParaRPr lang="en-US" sz="2400" dirty="0" smtClean="0"/>
          </a:p>
        </p:txBody>
      </p:sp>
      <p:pic>
        <p:nvPicPr>
          <p:cNvPr id="5" name="Picture 4"/>
          <p:cNvPicPr>
            <a:picLocks noChangeAspect="1"/>
          </p:cNvPicPr>
          <p:nvPr/>
        </p:nvPicPr>
        <p:blipFill>
          <a:blip r:embed="rId8"/>
          <a:stretch>
            <a:fillRect/>
          </a:stretch>
        </p:blipFill>
        <p:spPr>
          <a:xfrm>
            <a:off x="6019800" y="2514600"/>
            <a:ext cx="2895600" cy="2428875"/>
          </a:xfrm>
          <a:prstGeom prst="rect">
            <a:avLst/>
          </a:prstGeom>
        </p:spPr>
      </p:pic>
      <p:graphicFrame>
        <p:nvGraphicFramePr>
          <p:cNvPr id="3074" name="Object 2"/>
          <p:cNvGraphicFramePr>
            <a:graphicFrameLocks noChangeAspect="1"/>
          </p:cNvGraphicFramePr>
          <p:nvPr/>
        </p:nvGraphicFramePr>
        <p:xfrm>
          <a:off x="1219200" y="3276600"/>
          <a:ext cx="996950" cy="490537"/>
        </p:xfrm>
        <a:graphic>
          <a:graphicData uri="http://schemas.openxmlformats.org/presentationml/2006/ole">
            <p:oleObj spid="_x0000_s3074" name="Packager Shell Object" showAsIcon="1" r:id="rId9" imgW="997200" imgH="491040" progId="Package">
              <p:embed/>
            </p:oleObj>
          </a:graphicData>
        </a:graphic>
      </p:graphicFrame>
    </p:spTree>
    <p:custDataLst>
      <p:tags r:id="rId2"/>
    </p:custDataLst>
  </p:cSld>
  <p:clrMapOvr>
    <a:masterClrMapping/>
  </p:clrMapOvr>
  <p:transition spd="slow">
    <p:wipe dir="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594" name="Rectangle 2"/>
          <p:cNvSpPr>
            <a:spLocks noGrp="1" noChangeArrowheads="1"/>
          </p:cNvSpPr>
          <p:nvPr>
            <p:ph type="title"/>
            <p:custDataLst>
              <p:tags r:id="rId2"/>
            </p:custDataLst>
          </p:nvPr>
        </p:nvSpPr>
        <p:spPr/>
        <p:txBody>
          <a:bodyPr/>
          <a:lstStyle/>
          <a:p>
            <a:pPr>
              <a:defRPr/>
            </a:pPr>
            <a:r>
              <a:rPr lang="en-US" dirty="0" smtClean="0"/>
              <a:t>Thank You</a:t>
            </a:r>
          </a:p>
        </p:txBody>
      </p:sp>
    </p:spTree>
    <p:custDataLst>
      <p:tags r:id="rId1"/>
    </p:custDataLst>
  </p:cSld>
  <p:clrMapOvr>
    <a:masterClrMapping/>
  </p:clrMapOvr>
  <p:transition>
    <p:fade/>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DVSECTIONID" val="yI2DOt6RzRcU51QxdhNewL"/>
</p:tagLst>
</file>

<file path=ppt/tags/tag2.xml><?xml version="1.0" encoding="utf-8"?>
<p:tagLst xmlns:a="http://schemas.openxmlformats.org/drawingml/2006/main" xmlns:r="http://schemas.openxmlformats.org/officeDocument/2006/relationships" xmlns:p="http://schemas.openxmlformats.org/presentationml/2006/main">
  <p:tag name="DVSHAPEID" val="HAGzTPKJNXuuOK4v20iPS7"/>
</p:tagLst>
</file>

<file path=ppt/tags/tag3.xml><?xml version="1.0" encoding="utf-8"?>
<p:tagLst xmlns:a="http://schemas.openxmlformats.org/drawingml/2006/main" xmlns:r="http://schemas.openxmlformats.org/officeDocument/2006/relationships" xmlns:p="http://schemas.openxmlformats.org/presentationml/2006/main">
  <p:tag name="DVSHAPEID" val="0uhWvCQomImT50qU5y4Znw"/>
</p:tagLst>
</file>

<file path=ppt/tags/tag4.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5.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6.xml><?xml version="1.0" encoding="utf-8"?>
<p:tagLst xmlns:a="http://schemas.openxmlformats.org/drawingml/2006/main" xmlns:r="http://schemas.openxmlformats.org/officeDocument/2006/relationships" xmlns:p="http://schemas.openxmlformats.org/presentationml/2006/main">
  <p:tag name="DVSHAPEID" val="Q5rpkfSAY2XQl9CRvNvPMK"/>
</p:tagLst>
</file>

<file path=ppt/tags/tag7.xml><?xml version="1.0" encoding="utf-8"?>
<p:tagLst xmlns:a="http://schemas.openxmlformats.org/drawingml/2006/main" xmlns:r="http://schemas.openxmlformats.org/officeDocument/2006/relationships" xmlns:p="http://schemas.openxmlformats.org/presentationml/2006/main">
  <p:tag name="DVSECTIONID" val="c48BxRTjzwKhAarpC8SPOi"/>
</p:tagLst>
</file>

<file path=ppt/tags/tag8.xml><?xml version="1.0" encoding="utf-8"?>
<p:tagLst xmlns:a="http://schemas.openxmlformats.org/drawingml/2006/main" xmlns:r="http://schemas.openxmlformats.org/officeDocument/2006/relationships" xmlns:p="http://schemas.openxmlformats.org/presentationml/2006/main">
  <p:tag name="DVSHAPEID" val="GFUQynbDZ7CnnKAa7cx9MM"/>
</p:tagLst>
</file>

<file path=ppt/tags/tag9.xml><?xml version="1.0" encoding="utf-8"?>
<p:tagLst xmlns:a="http://schemas.openxmlformats.org/drawingml/2006/main" xmlns:r="http://schemas.openxmlformats.org/officeDocument/2006/relationships" xmlns:p="http://schemas.openxmlformats.org/presentationml/2006/main">
  <p:tag name="DVSECTIONID" val="Unk8vjtC9q0JAXtyxsX2O5"/>
</p:tagLst>
</file>

<file path=ppt/tags/tag10.xml><?xml version="1.0" encoding="utf-8"?>
<p:tagLst xmlns:a="http://schemas.openxmlformats.org/drawingml/2006/main" xmlns:r="http://schemas.openxmlformats.org/officeDocument/2006/relationships" xmlns:p="http://schemas.openxmlformats.org/presentationml/2006/main">
  <p:tag name="DVSHAPEID" val="Rcuf4iZwLgLEPe9Eifdx3u"/>
</p:tagLst>
</file>

<file path=ppt/tags/tag11.xml><?xml version="1.0" encoding="utf-8"?>
<p:tagLst xmlns:a="http://schemas.openxmlformats.org/drawingml/2006/main" xmlns:r="http://schemas.openxmlformats.org/officeDocument/2006/relationships" xmlns:p="http://schemas.openxmlformats.org/presentationml/2006/main">
  <p:tag name="DVSHAPEID" val="uzParF19LzvJyR9qw266In"/>
</p:tagLst>
</file>

<file path=ppt/tags/tag12.xml><?xml version="1.0" encoding="utf-8"?>
<p:tagLst xmlns:a="http://schemas.openxmlformats.org/drawingml/2006/main" xmlns:r="http://schemas.openxmlformats.org/officeDocument/2006/relationships" xmlns:p="http://schemas.openxmlformats.org/presentationml/2006/main">
  <p:tag name="DVSECTIONID" val="Unk8vjtC9q0JAXtyxsX2O5"/>
</p:tagLst>
</file>

<file path=ppt/tags/tag13.xml><?xml version="1.0" encoding="utf-8"?>
<p:tagLst xmlns:a="http://schemas.openxmlformats.org/drawingml/2006/main" xmlns:r="http://schemas.openxmlformats.org/officeDocument/2006/relationships" xmlns:p="http://schemas.openxmlformats.org/presentationml/2006/main">
  <p:tag name="DVSHAPEID" val="Rcuf4iZwLgLEPe9Eifdx3u"/>
</p:tagLst>
</file>

<file path=ppt/tags/tag14.xml><?xml version="1.0" encoding="utf-8"?>
<p:tagLst xmlns:a="http://schemas.openxmlformats.org/drawingml/2006/main" xmlns:r="http://schemas.openxmlformats.org/officeDocument/2006/relationships" xmlns:p="http://schemas.openxmlformats.org/presentationml/2006/main">
  <p:tag name="DVSHAPEID" val="uzParF19LzvJyR9qw266In"/>
</p:tagLst>
</file>

<file path=ppt/tags/tag15.xml><?xml version="1.0" encoding="utf-8"?>
<p:tagLst xmlns:a="http://schemas.openxmlformats.org/drawingml/2006/main" xmlns:r="http://schemas.openxmlformats.org/officeDocument/2006/relationships" xmlns:p="http://schemas.openxmlformats.org/presentationml/2006/main">
  <p:tag name="DVSECTIONID" val="c48BxRTjzwKhAarpC8SPOi"/>
</p:tagLst>
</file>

<file path=ppt/tags/tag16.xml><?xml version="1.0" encoding="utf-8"?>
<p:tagLst xmlns:a="http://schemas.openxmlformats.org/drawingml/2006/main" xmlns:r="http://schemas.openxmlformats.org/officeDocument/2006/relationships" xmlns:p="http://schemas.openxmlformats.org/presentationml/2006/main">
  <p:tag name="DVSHAPEID" val="GFUQynbDZ7CnnKAa7cx9MM"/>
</p:tagLst>
</file>

<file path=ppt/theme/theme1.xml><?xml version="1.0" encoding="utf-8"?>
<a:theme xmlns:a="http://schemas.openxmlformats.org/drawingml/2006/main" name="Training">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CBBC8FAA-EEEF-4048-9536-A7C45121028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Training presentation</Template>
  <TotalTime>0</TotalTime>
  <Words>571</Words>
  <Application>Microsoft Office PowerPoint</Application>
  <PresentationFormat>On-screen Show (4:3)</PresentationFormat>
  <Paragraphs>72</Paragraphs>
  <Slides>9</Slides>
  <Notes>7</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9</vt:i4>
      </vt:variant>
    </vt:vector>
  </HeadingPairs>
  <TitlesOfParts>
    <vt:vector size="11" baseType="lpstr">
      <vt:lpstr>Training</vt:lpstr>
      <vt:lpstr>Package</vt:lpstr>
      <vt:lpstr>Talent Development Program</vt:lpstr>
      <vt:lpstr>Session Overview</vt:lpstr>
      <vt:lpstr>Learning Objectives</vt:lpstr>
      <vt:lpstr>Sales Data</vt:lpstr>
      <vt:lpstr>Relational Operators</vt:lpstr>
      <vt:lpstr>Questions?</vt:lpstr>
      <vt:lpstr>Summary</vt:lpstr>
      <vt:lpstr>Resources</vt:lpstr>
      <vt:lpstr>Thank You</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2014-10-26T17:52:03Z</dcterms:created>
  <dcterms:modified xsi:type="dcterms:W3CDTF">2016-05-22T09:12:32Z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TC016745579991</vt:lpwstr>
  </property>
</Properties>
</file>